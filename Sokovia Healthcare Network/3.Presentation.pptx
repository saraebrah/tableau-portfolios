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67" r:id="rId2"/>
    <p:sldId id="273" r:id="rId3"/>
    <p:sldId id="260" r:id="rId4"/>
    <p:sldId id="272" r:id="rId5"/>
    <p:sldId id="271" r:id="rId6"/>
    <p:sldId id="270" r:id="rId7"/>
    <p:sldId id="269" r:id="rId8"/>
    <p:sldId id="263" r:id="rId9"/>
    <p:sldId id="265" r:id="rId10"/>
    <p:sldId id="268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886D4"/>
    <a:srgbClr val="CFE2F5"/>
    <a:srgbClr val="A6C9EC"/>
    <a:srgbClr val="2D7FD1"/>
    <a:srgbClr val="78ADE2"/>
    <a:srgbClr val="91BCE7"/>
    <a:srgbClr val="75ABE1"/>
    <a:srgbClr val="5C819E"/>
    <a:srgbClr val="87A2B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CBBD2FD-3EE9-46E4-9FC6-B1CF95382FAE}" v="232" dt="2024-10-03T20:48:07.392"/>
    <p1510:client id="{210F7084-0301-43BB-BCF3-EF26E4BC6EB4}" v="5" dt="2024-10-04T18:33:17.134"/>
    <p1510:client id="{B273C2DB-E3CD-427B-844B-EBF8EBF2C66A}" v="3" dt="2024-10-04T14:44:05.241"/>
    <p1510:client id="{CB272EF8-CA16-48BA-BDD0-74A0AFED5F8D}" v="25" dt="2024-10-04T02:05:45.54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958" autoAdjust="0"/>
    <p:restoredTop sz="92810" autoAdjust="0"/>
  </p:normalViewPr>
  <p:slideViewPr>
    <p:cSldViewPr snapToGrid="0">
      <p:cViewPr varScale="1">
        <p:scale>
          <a:sx n="99" d="100"/>
          <a:sy n="99" d="100"/>
        </p:scale>
        <p:origin x="666" y="84"/>
      </p:cViewPr>
      <p:guideLst/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ra Ebrahimkhani" userId="31d3ff1a-0aa9-4b17-a9ab-734bf788e67a" providerId="ADAL" clId="{B273C2DB-E3CD-427B-844B-EBF8EBF2C66A}"/>
    <pc:docChg chg="undo custSel delSld modSld">
      <pc:chgData name="Sara Ebrahimkhani" userId="31d3ff1a-0aa9-4b17-a9ab-734bf788e67a" providerId="ADAL" clId="{B273C2DB-E3CD-427B-844B-EBF8EBF2C66A}" dt="2024-10-04T14:45:26.088" v="48" actId="1038"/>
      <pc:docMkLst>
        <pc:docMk/>
      </pc:docMkLst>
      <pc:sldChg chg="modSp mod">
        <pc:chgData name="Sara Ebrahimkhani" userId="31d3ff1a-0aa9-4b17-a9ab-734bf788e67a" providerId="ADAL" clId="{B273C2DB-E3CD-427B-844B-EBF8EBF2C66A}" dt="2024-10-04T14:45:26.088" v="48" actId="1038"/>
        <pc:sldMkLst>
          <pc:docMk/>
          <pc:sldMk cId="2960206205" sldId="260"/>
        </pc:sldMkLst>
        <pc:spChg chg="mod">
          <ac:chgData name="Sara Ebrahimkhani" userId="31d3ff1a-0aa9-4b17-a9ab-734bf788e67a" providerId="ADAL" clId="{B273C2DB-E3CD-427B-844B-EBF8EBF2C66A}" dt="2024-10-04T14:45:26.088" v="48" actId="1038"/>
          <ac:spMkLst>
            <pc:docMk/>
            <pc:sldMk cId="2960206205" sldId="260"/>
            <ac:spMk id="2" creationId="{A874144D-21C7-F8C2-BEA9-F3D4C856B49E}"/>
          </ac:spMkLst>
        </pc:spChg>
        <pc:spChg chg="mod">
          <ac:chgData name="Sara Ebrahimkhani" userId="31d3ff1a-0aa9-4b17-a9ab-734bf788e67a" providerId="ADAL" clId="{B273C2DB-E3CD-427B-844B-EBF8EBF2C66A}" dt="2024-10-04T14:45:26.088" v="48" actId="1038"/>
          <ac:spMkLst>
            <pc:docMk/>
            <pc:sldMk cId="2960206205" sldId="260"/>
            <ac:spMk id="3" creationId="{6883463C-0A8E-53C4-0D4F-A7AD4FEF4E96}"/>
          </ac:spMkLst>
        </pc:spChg>
        <pc:spChg chg="mod">
          <ac:chgData name="Sara Ebrahimkhani" userId="31d3ff1a-0aa9-4b17-a9ab-734bf788e67a" providerId="ADAL" clId="{B273C2DB-E3CD-427B-844B-EBF8EBF2C66A}" dt="2024-10-04T14:45:26.088" v="48" actId="1038"/>
          <ac:spMkLst>
            <pc:docMk/>
            <pc:sldMk cId="2960206205" sldId="260"/>
            <ac:spMk id="4" creationId="{8E82FED7-ED0D-8F17-BDA6-E814F3F3A347}"/>
          </ac:spMkLst>
        </pc:spChg>
        <pc:spChg chg="mod">
          <ac:chgData name="Sara Ebrahimkhani" userId="31d3ff1a-0aa9-4b17-a9ab-734bf788e67a" providerId="ADAL" clId="{B273C2DB-E3CD-427B-844B-EBF8EBF2C66A}" dt="2024-10-04T14:44:08.552" v="35" actId="1038"/>
          <ac:spMkLst>
            <pc:docMk/>
            <pc:sldMk cId="2960206205" sldId="260"/>
            <ac:spMk id="5" creationId="{7B64C93E-AD1C-601E-9EB7-1A866A527103}"/>
          </ac:spMkLst>
        </pc:spChg>
        <pc:cxnChg chg="mod">
          <ac:chgData name="Sara Ebrahimkhani" userId="31d3ff1a-0aa9-4b17-a9ab-734bf788e67a" providerId="ADAL" clId="{B273C2DB-E3CD-427B-844B-EBF8EBF2C66A}" dt="2024-10-04T14:45:26.088" v="48" actId="1038"/>
          <ac:cxnSpMkLst>
            <pc:docMk/>
            <pc:sldMk cId="2960206205" sldId="260"/>
            <ac:cxnSpMk id="27" creationId="{3CE188BE-BF7C-06F3-73AB-F530F4CEB85F}"/>
          </ac:cxnSpMkLst>
        </pc:cxnChg>
        <pc:cxnChg chg="mod">
          <ac:chgData name="Sara Ebrahimkhani" userId="31d3ff1a-0aa9-4b17-a9ab-734bf788e67a" providerId="ADAL" clId="{B273C2DB-E3CD-427B-844B-EBF8EBF2C66A}" dt="2024-10-04T14:45:26.088" v="48" actId="1038"/>
          <ac:cxnSpMkLst>
            <pc:docMk/>
            <pc:sldMk cId="2960206205" sldId="260"/>
            <ac:cxnSpMk id="29" creationId="{1C14E141-ED9E-3E53-BDCE-2A0F63FE0829}"/>
          </ac:cxnSpMkLst>
        </pc:cxnChg>
        <pc:cxnChg chg="mod">
          <ac:chgData name="Sara Ebrahimkhani" userId="31d3ff1a-0aa9-4b17-a9ab-734bf788e67a" providerId="ADAL" clId="{B273C2DB-E3CD-427B-844B-EBF8EBF2C66A}" dt="2024-10-04T14:45:26.088" v="48" actId="1038"/>
          <ac:cxnSpMkLst>
            <pc:docMk/>
            <pc:sldMk cId="2960206205" sldId="260"/>
            <ac:cxnSpMk id="31" creationId="{3ECAB5B0-85A3-871F-8C3D-6B65A091033E}"/>
          </ac:cxnSpMkLst>
        </pc:cxnChg>
        <pc:cxnChg chg="mod">
          <ac:chgData name="Sara Ebrahimkhani" userId="31d3ff1a-0aa9-4b17-a9ab-734bf788e67a" providerId="ADAL" clId="{B273C2DB-E3CD-427B-844B-EBF8EBF2C66A}" dt="2024-10-04T14:45:26.088" v="48" actId="1038"/>
          <ac:cxnSpMkLst>
            <pc:docMk/>
            <pc:sldMk cId="2960206205" sldId="260"/>
            <ac:cxnSpMk id="58" creationId="{A7E83452-C303-6A9A-5540-6C94C68ACD58}"/>
          </ac:cxnSpMkLst>
        </pc:cxnChg>
      </pc:sldChg>
      <pc:sldChg chg="del">
        <pc:chgData name="Sara Ebrahimkhani" userId="31d3ff1a-0aa9-4b17-a9ab-734bf788e67a" providerId="ADAL" clId="{B273C2DB-E3CD-427B-844B-EBF8EBF2C66A}" dt="2024-10-04T02:07:20.070" v="2" actId="47"/>
        <pc:sldMkLst>
          <pc:docMk/>
          <pc:sldMk cId="3252920497" sldId="261"/>
        </pc:sldMkLst>
      </pc:sldChg>
      <pc:sldChg chg="del">
        <pc:chgData name="Sara Ebrahimkhani" userId="31d3ff1a-0aa9-4b17-a9ab-734bf788e67a" providerId="ADAL" clId="{B273C2DB-E3CD-427B-844B-EBF8EBF2C66A}" dt="2024-10-04T02:07:19.118" v="0" actId="47"/>
        <pc:sldMkLst>
          <pc:docMk/>
          <pc:sldMk cId="264049667" sldId="262"/>
        </pc:sldMkLst>
      </pc:sldChg>
      <pc:sldChg chg="del">
        <pc:chgData name="Sara Ebrahimkhani" userId="31d3ff1a-0aa9-4b17-a9ab-734bf788e67a" providerId="ADAL" clId="{B273C2DB-E3CD-427B-844B-EBF8EBF2C66A}" dt="2024-10-04T02:07:20.545" v="3" actId="47"/>
        <pc:sldMkLst>
          <pc:docMk/>
          <pc:sldMk cId="698581947" sldId="264"/>
        </pc:sldMkLst>
      </pc:sldChg>
      <pc:sldChg chg="del">
        <pc:chgData name="Sara Ebrahimkhani" userId="31d3ff1a-0aa9-4b17-a9ab-734bf788e67a" providerId="ADAL" clId="{B273C2DB-E3CD-427B-844B-EBF8EBF2C66A}" dt="2024-10-04T02:07:19.567" v="1" actId="47"/>
        <pc:sldMkLst>
          <pc:docMk/>
          <pc:sldMk cId="190792732" sldId="266"/>
        </pc:sldMkLst>
      </pc:sldChg>
      <pc:sldChg chg="modSp mod">
        <pc:chgData name="Sara Ebrahimkhani" userId="31d3ff1a-0aa9-4b17-a9ab-734bf788e67a" providerId="ADAL" clId="{B273C2DB-E3CD-427B-844B-EBF8EBF2C66A}" dt="2024-10-04T02:07:38.282" v="6" actId="404"/>
        <pc:sldMkLst>
          <pc:docMk/>
          <pc:sldMk cId="966473670" sldId="267"/>
        </pc:sldMkLst>
        <pc:spChg chg="mod">
          <ac:chgData name="Sara Ebrahimkhani" userId="31d3ff1a-0aa9-4b17-a9ab-734bf788e67a" providerId="ADAL" clId="{B273C2DB-E3CD-427B-844B-EBF8EBF2C66A}" dt="2024-10-04T02:07:38.282" v="6" actId="404"/>
          <ac:spMkLst>
            <pc:docMk/>
            <pc:sldMk cId="966473670" sldId="267"/>
            <ac:spMk id="3" creationId="{54EF25BC-167A-3626-6F9E-CF26D0F4CE16}"/>
          </ac:spMkLst>
        </pc:spChg>
      </pc:sldChg>
      <pc:sldChg chg="modNotesTx">
        <pc:chgData name="Sara Ebrahimkhani" userId="31d3ff1a-0aa9-4b17-a9ab-734bf788e67a" providerId="ADAL" clId="{B273C2DB-E3CD-427B-844B-EBF8EBF2C66A}" dt="2024-10-04T03:19:50.447" v="11" actId="113"/>
        <pc:sldMkLst>
          <pc:docMk/>
          <pc:sldMk cId="2038371518" sldId="269"/>
        </pc:sldMkLst>
      </pc:sldChg>
      <pc:sldChg chg="modNotesTx">
        <pc:chgData name="Sara Ebrahimkhani" userId="31d3ff1a-0aa9-4b17-a9ab-734bf788e67a" providerId="ADAL" clId="{B273C2DB-E3CD-427B-844B-EBF8EBF2C66A}" dt="2024-10-04T03:18:43.329" v="9"/>
        <pc:sldMkLst>
          <pc:docMk/>
          <pc:sldMk cId="2731222360" sldId="270"/>
        </pc:sldMkLst>
      </pc:sldChg>
      <pc:sldChg chg="modSp mod">
        <pc:chgData name="Sara Ebrahimkhani" userId="31d3ff1a-0aa9-4b17-a9ab-734bf788e67a" providerId="ADAL" clId="{B273C2DB-E3CD-427B-844B-EBF8EBF2C66A}" dt="2024-10-04T14:42:02.492" v="22" actId="20577"/>
        <pc:sldMkLst>
          <pc:docMk/>
          <pc:sldMk cId="2841658701" sldId="273"/>
        </pc:sldMkLst>
        <pc:spChg chg="mod">
          <ac:chgData name="Sara Ebrahimkhani" userId="31d3ff1a-0aa9-4b17-a9ab-734bf788e67a" providerId="ADAL" clId="{B273C2DB-E3CD-427B-844B-EBF8EBF2C66A}" dt="2024-10-04T14:40:08.318" v="13" actId="20577"/>
          <ac:spMkLst>
            <pc:docMk/>
            <pc:sldMk cId="2841658701" sldId="273"/>
            <ac:spMk id="9" creationId="{19F53623-EA15-AFCA-610D-81FBBD262915}"/>
          </ac:spMkLst>
        </pc:spChg>
        <pc:spChg chg="mod">
          <ac:chgData name="Sara Ebrahimkhani" userId="31d3ff1a-0aa9-4b17-a9ab-734bf788e67a" providerId="ADAL" clId="{B273C2DB-E3CD-427B-844B-EBF8EBF2C66A}" dt="2024-10-04T14:40:18.549" v="17" actId="20577"/>
          <ac:spMkLst>
            <pc:docMk/>
            <pc:sldMk cId="2841658701" sldId="273"/>
            <ac:spMk id="13" creationId="{948432E1-41BA-D22C-AEE7-16C15C843D50}"/>
          </ac:spMkLst>
        </pc:spChg>
        <pc:spChg chg="mod">
          <ac:chgData name="Sara Ebrahimkhani" userId="31d3ff1a-0aa9-4b17-a9ab-734bf788e67a" providerId="ADAL" clId="{B273C2DB-E3CD-427B-844B-EBF8EBF2C66A}" dt="2024-10-04T14:40:12.041" v="15" actId="20577"/>
          <ac:spMkLst>
            <pc:docMk/>
            <pc:sldMk cId="2841658701" sldId="273"/>
            <ac:spMk id="16" creationId="{929C73CA-4187-C8B4-8A20-E76832A2CA9D}"/>
          </ac:spMkLst>
        </pc:spChg>
        <pc:spChg chg="mod">
          <ac:chgData name="Sara Ebrahimkhani" userId="31d3ff1a-0aa9-4b17-a9ab-734bf788e67a" providerId="ADAL" clId="{B273C2DB-E3CD-427B-844B-EBF8EBF2C66A}" dt="2024-10-04T14:42:02.492" v="22" actId="20577"/>
          <ac:spMkLst>
            <pc:docMk/>
            <pc:sldMk cId="2841658701" sldId="273"/>
            <ac:spMk id="34" creationId="{26493213-65B2-4B78-5915-F141DBF23067}"/>
          </ac:spMkLst>
        </pc:spChg>
        <pc:spChg chg="mod">
          <ac:chgData name="Sara Ebrahimkhani" userId="31d3ff1a-0aa9-4b17-a9ab-734bf788e67a" providerId="ADAL" clId="{B273C2DB-E3CD-427B-844B-EBF8EBF2C66A}" dt="2024-10-04T14:40:22.073" v="19" actId="20577"/>
          <ac:spMkLst>
            <pc:docMk/>
            <pc:sldMk cId="2841658701" sldId="273"/>
            <ac:spMk id="37" creationId="{E36AEAA0-0494-055A-D077-062C82E3907C}"/>
          </ac:spMkLst>
        </pc:spChg>
      </pc:sldChg>
    </pc:docChg>
  </pc:docChgLst>
  <pc:docChgLst>
    <pc:chgData name="Sara Ebrahimkhani" userId="31d3ff1a-0aa9-4b17-a9ab-734bf788e67a" providerId="ADAL" clId="{CB272EF8-CA16-48BA-BDD0-74A0AFED5F8D}"/>
    <pc:docChg chg="undo custSel addSld delSld modSld sldOrd">
      <pc:chgData name="Sara Ebrahimkhani" userId="31d3ff1a-0aa9-4b17-a9ab-734bf788e67a" providerId="ADAL" clId="{CB272EF8-CA16-48BA-BDD0-74A0AFED5F8D}" dt="2024-10-04T02:06:47.725" v="361" actId="1035"/>
      <pc:docMkLst>
        <pc:docMk/>
      </pc:docMkLst>
      <pc:sldChg chg="addSp delSp modSp del mod">
        <pc:chgData name="Sara Ebrahimkhani" userId="31d3ff1a-0aa9-4b17-a9ab-734bf788e67a" providerId="ADAL" clId="{CB272EF8-CA16-48BA-BDD0-74A0AFED5F8D}" dt="2024-10-04T02:03:57.352" v="277" actId="47"/>
        <pc:sldMkLst>
          <pc:docMk/>
          <pc:sldMk cId="1598806909" sldId="257"/>
        </pc:sldMkLst>
        <pc:picChg chg="add mod">
          <ac:chgData name="Sara Ebrahimkhani" userId="31d3ff1a-0aa9-4b17-a9ab-734bf788e67a" providerId="ADAL" clId="{CB272EF8-CA16-48BA-BDD0-74A0AFED5F8D}" dt="2024-10-04T01:59:13.136" v="57"/>
          <ac:picMkLst>
            <pc:docMk/>
            <pc:sldMk cId="1598806909" sldId="257"/>
            <ac:picMk id="3" creationId="{D8FD0ABC-9C1B-B2E8-1CCC-EB944AAB6D02}"/>
          </ac:picMkLst>
        </pc:picChg>
        <pc:picChg chg="add del mod">
          <ac:chgData name="Sara Ebrahimkhani" userId="31d3ff1a-0aa9-4b17-a9ab-734bf788e67a" providerId="ADAL" clId="{CB272EF8-CA16-48BA-BDD0-74A0AFED5F8D}" dt="2024-10-04T01:59:29.379" v="62" actId="478"/>
          <ac:picMkLst>
            <pc:docMk/>
            <pc:sldMk cId="1598806909" sldId="257"/>
            <ac:picMk id="5" creationId="{EF912B0A-60C0-2861-F4B3-71AC94CD1901}"/>
          </ac:picMkLst>
        </pc:picChg>
      </pc:sldChg>
      <pc:sldChg chg="del">
        <pc:chgData name="Sara Ebrahimkhani" userId="31d3ff1a-0aa9-4b17-a9ab-734bf788e67a" providerId="ADAL" clId="{CB272EF8-CA16-48BA-BDD0-74A0AFED5F8D}" dt="2024-10-03T21:30:00.082" v="2" actId="47"/>
        <pc:sldMkLst>
          <pc:docMk/>
          <pc:sldMk cId="2227156721" sldId="258"/>
        </pc:sldMkLst>
      </pc:sldChg>
      <pc:sldChg chg="modSp mod">
        <pc:chgData name="Sara Ebrahimkhani" userId="31d3ff1a-0aa9-4b17-a9ab-734bf788e67a" providerId="ADAL" clId="{CB272EF8-CA16-48BA-BDD0-74A0AFED5F8D}" dt="2024-10-04T00:35:13.902" v="12" actId="14100"/>
        <pc:sldMkLst>
          <pc:docMk/>
          <pc:sldMk cId="2960206205" sldId="260"/>
        </pc:sldMkLst>
        <pc:spChg chg="mod">
          <ac:chgData name="Sara Ebrahimkhani" userId="31d3ff1a-0aa9-4b17-a9ab-734bf788e67a" providerId="ADAL" clId="{CB272EF8-CA16-48BA-BDD0-74A0AFED5F8D}" dt="2024-10-04T00:35:02.625" v="11" actId="122"/>
          <ac:spMkLst>
            <pc:docMk/>
            <pc:sldMk cId="2960206205" sldId="260"/>
            <ac:spMk id="2" creationId="{A874144D-21C7-F8C2-BEA9-F3D4C856B49E}"/>
          </ac:spMkLst>
        </pc:spChg>
        <pc:spChg chg="mod">
          <ac:chgData name="Sara Ebrahimkhani" userId="31d3ff1a-0aa9-4b17-a9ab-734bf788e67a" providerId="ADAL" clId="{CB272EF8-CA16-48BA-BDD0-74A0AFED5F8D}" dt="2024-10-04T00:35:02.625" v="11" actId="122"/>
          <ac:spMkLst>
            <pc:docMk/>
            <pc:sldMk cId="2960206205" sldId="260"/>
            <ac:spMk id="3" creationId="{6883463C-0A8E-53C4-0D4F-A7AD4FEF4E96}"/>
          </ac:spMkLst>
        </pc:spChg>
        <pc:spChg chg="mod">
          <ac:chgData name="Sara Ebrahimkhani" userId="31d3ff1a-0aa9-4b17-a9ab-734bf788e67a" providerId="ADAL" clId="{CB272EF8-CA16-48BA-BDD0-74A0AFED5F8D}" dt="2024-10-04T00:35:02.625" v="11" actId="122"/>
          <ac:spMkLst>
            <pc:docMk/>
            <pc:sldMk cId="2960206205" sldId="260"/>
            <ac:spMk id="4" creationId="{8E82FED7-ED0D-8F17-BDA6-E814F3F3A347}"/>
          </ac:spMkLst>
        </pc:spChg>
        <pc:spChg chg="mod">
          <ac:chgData name="Sara Ebrahimkhani" userId="31d3ff1a-0aa9-4b17-a9ab-734bf788e67a" providerId="ADAL" clId="{CB272EF8-CA16-48BA-BDD0-74A0AFED5F8D}" dt="2024-10-04T00:35:13.902" v="12" actId="14100"/>
          <ac:spMkLst>
            <pc:docMk/>
            <pc:sldMk cId="2960206205" sldId="260"/>
            <ac:spMk id="49" creationId="{BAB8B38D-4D6B-FDFA-0BA9-6684B6AB6A22}"/>
          </ac:spMkLst>
        </pc:spChg>
      </pc:sldChg>
      <pc:sldChg chg="ord">
        <pc:chgData name="Sara Ebrahimkhani" userId="31d3ff1a-0aa9-4b17-a9ab-734bf788e67a" providerId="ADAL" clId="{CB272EF8-CA16-48BA-BDD0-74A0AFED5F8D}" dt="2024-10-03T21:29:58.300" v="1"/>
        <pc:sldMkLst>
          <pc:docMk/>
          <pc:sldMk cId="3252920497" sldId="261"/>
        </pc:sldMkLst>
      </pc:sldChg>
      <pc:sldChg chg="ord">
        <pc:chgData name="Sara Ebrahimkhani" userId="31d3ff1a-0aa9-4b17-a9ab-734bf788e67a" providerId="ADAL" clId="{CB272EF8-CA16-48BA-BDD0-74A0AFED5F8D}" dt="2024-10-03T21:30:09.257" v="6"/>
        <pc:sldMkLst>
          <pc:docMk/>
          <pc:sldMk cId="264049667" sldId="262"/>
        </pc:sldMkLst>
      </pc:sldChg>
      <pc:sldChg chg="ord">
        <pc:chgData name="Sara Ebrahimkhani" userId="31d3ff1a-0aa9-4b17-a9ab-734bf788e67a" providerId="ADAL" clId="{CB272EF8-CA16-48BA-BDD0-74A0AFED5F8D}" dt="2024-10-03T21:30:21.592" v="8"/>
        <pc:sldMkLst>
          <pc:docMk/>
          <pc:sldMk cId="2220094184" sldId="263"/>
        </pc:sldMkLst>
      </pc:sldChg>
      <pc:sldChg chg="ord">
        <pc:chgData name="Sara Ebrahimkhani" userId="31d3ff1a-0aa9-4b17-a9ab-734bf788e67a" providerId="ADAL" clId="{CB272EF8-CA16-48BA-BDD0-74A0AFED5F8D}" dt="2024-10-03T21:30:21.592" v="8"/>
        <pc:sldMkLst>
          <pc:docMk/>
          <pc:sldMk cId="2398037815" sldId="265"/>
        </pc:sldMkLst>
      </pc:sldChg>
      <pc:sldChg chg="ord">
        <pc:chgData name="Sara Ebrahimkhani" userId="31d3ff1a-0aa9-4b17-a9ab-734bf788e67a" providerId="ADAL" clId="{CB272EF8-CA16-48BA-BDD0-74A0AFED5F8D}" dt="2024-10-03T21:30:04.801" v="4"/>
        <pc:sldMkLst>
          <pc:docMk/>
          <pc:sldMk cId="190792732" sldId="266"/>
        </pc:sldMkLst>
      </pc:sldChg>
      <pc:sldChg chg="addSp modSp mod ord">
        <pc:chgData name="Sara Ebrahimkhani" userId="31d3ff1a-0aa9-4b17-a9ab-734bf788e67a" providerId="ADAL" clId="{CB272EF8-CA16-48BA-BDD0-74A0AFED5F8D}" dt="2024-10-04T02:06:47.725" v="361" actId="1035"/>
        <pc:sldMkLst>
          <pc:docMk/>
          <pc:sldMk cId="2038371518" sldId="269"/>
        </pc:sldMkLst>
        <pc:picChg chg="add mod">
          <ac:chgData name="Sara Ebrahimkhani" userId="31d3ff1a-0aa9-4b17-a9ab-734bf788e67a" providerId="ADAL" clId="{CB272EF8-CA16-48BA-BDD0-74A0AFED5F8D}" dt="2024-10-04T02:06:47.725" v="361" actId="1035"/>
          <ac:picMkLst>
            <pc:docMk/>
            <pc:sldMk cId="2038371518" sldId="269"/>
            <ac:picMk id="4" creationId="{5AF9354C-E432-70A1-506F-3EDB5DB75768}"/>
          </ac:picMkLst>
        </pc:picChg>
      </pc:sldChg>
      <pc:sldChg chg="addSp modSp mod">
        <pc:chgData name="Sara Ebrahimkhani" userId="31d3ff1a-0aa9-4b17-a9ab-734bf788e67a" providerId="ADAL" clId="{CB272EF8-CA16-48BA-BDD0-74A0AFED5F8D}" dt="2024-10-04T00:52:12.136" v="43" actId="207"/>
        <pc:sldMkLst>
          <pc:docMk/>
          <pc:sldMk cId="2731222360" sldId="270"/>
        </pc:sldMkLst>
        <pc:spChg chg="mod">
          <ac:chgData name="Sara Ebrahimkhani" userId="31d3ff1a-0aa9-4b17-a9ab-734bf788e67a" providerId="ADAL" clId="{CB272EF8-CA16-48BA-BDD0-74A0AFED5F8D}" dt="2024-10-04T00:52:08.398" v="42" actId="207"/>
          <ac:spMkLst>
            <pc:docMk/>
            <pc:sldMk cId="2731222360" sldId="270"/>
            <ac:spMk id="3" creationId="{99538622-8923-6105-C05F-D25D58519E4F}"/>
          </ac:spMkLst>
        </pc:spChg>
        <pc:spChg chg="mod">
          <ac:chgData name="Sara Ebrahimkhani" userId="31d3ff1a-0aa9-4b17-a9ab-734bf788e67a" providerId="ADAL" clId="{CB272EF8-CA16-48BA-BDD0-74A0AFED5F8D}" dt="2024-10-04T00:52:12.136" v="43" actId="207"/>
          <ac:spMkLst>
            <pc:docMk/>
            <pc:sldMk cId="2731222360" sldId="270"/>
            <ac:spMk id="4" creationId="{B8898751-4B20-FCA7-E5FA-A11C37CF224C}"/>
          </ac:spMkLst>
        </pc:spChg>
        <pc:picChg chg="add mod">
          <ac:chgData name="Sara Ebrahimkhani" userId="31d3ff1a-0aa9-4b17-a9ab-734bf788e67a" providerId="ADAL" clId="{CB272EF8-CA16-48BA-BDD0-74A0AFED5F8D}" dt="2024-10-04T00:51:18.271" v="37" actId="1038"/>
          <ac:picMkLst>
            <pc:docMk/>
            <pc:sldMk cId="2731222360" sldId="270"/>
            <ac:picMk id="6" creationId="{0CBBB2D6-67AE-25A9-9893-D4E589E3EA7B}"/>
          </ac:picMkLst>
        </pc:picChg>
        <pc:picChg chg="add mod">
          <ac:chgData name="Sara Ebrahimkhani" userId="31d3ff1a-0aa9-4b17-a9ab-734bf788e67a" providerId="ADAL" clId="{CB272EF8-CA16-48BA-BDD0-74A0AFED5F8D}" dt="2024-10-04T00:51:15.129" v="27" actId="1076"/>
          <ac:picMkLst>
            <pc:docMk/>
            <pc:sldMk cId="2731222360" sldId="270"/>
            <ac:picMk id="8" creationId="{5FA59A22-4A5D-E577-4E84-0206D22399DF}"/>
          </ac:picMkLst>
        </pc:picChg>
        <pc:picChg chg="add mod">
          <ac:chgData name="Sara Ebrahimkhani" userId="31d3ff1a-0aa9-4b17-a9ab-734bf788e67a" providerId="ADAL" clId="{CB272EF8-CA16-48BA-BDD0-74A0AFED5F8D}" dt="2024-10-04T00:51:04.323" v="25" actId="571"/>
          <ac:picMkLst>
            <pc:docMk/>
            <pc:sldMk cId="2731222360" sldId="270"/>
            <ac:picMk id="9" creationId="{62BD9E0F-6AC9-0573-785D-E7BF27723C87}"/>
          </ac:picMkLst>
        </pc:picChg>
        <pc:picChg chg="add mod">
          <ac:chgData name="Sara Ebrahimkhani" userId="31d3ff1a-0aa9-4b17-a9ab-734bf788e67a" providerId="ADAL" clId="{CB272EF8-CA16-48BA-BDD0-74A0AFED5F8D}" dt="2024-10-04T00:51:54.586" v="39" actId="1076"/>
          <ac:picMkLst>
            <pc:docMk/>
            <pc:sldMk cId="2731222360" sldId="270"/>
            <ac:picMk id="11" creationId="{7DF0B4A4-64F9-7A88-367F-47E15E56ACC4}"/>
          </ac:picMkLst>
        </pc:picChg>
      </pc:sldChg>
      <pc:sldChg chg="addSp modSp mod modAnim">
        <pc:chgData name="Sara Ebrahimkhani" userId="31d3ff1a-0aa9-4b17-a9ab-734bf788e67a" providerId="ADAL" clId="{CB272EF8-CA16-48BA-BDD0-74A0AFED5F8D}" dt="2024-10-04T02:05:45.548" v="310"/>
        <pc:sldMkLst>
          <pc:docMk/>
          <pc:sldMk cId="2398450603" sldId="271"/>
        </pc:sldMkLst>
        <pc:spChg chg="mod">
          <ac:chgData name="Sara Ebrahimkhani" userId="31d3ff1a-0aa9-4b17-a9ab-734bf788e67a" providerId="ADAL" clId="{CB272EF8-CA16-48BA-BDD0-74A0AFED5F8D}" dt="2024-10-04T00:55:33.554" v="56" actId="20577"/>
          <ac:spMkLst>
            <pc:docMk/>
            <pc:sldMk cId="2398450603" sldId="271"/>
            <ac:spMk id="2" creationId="{97877566-F351-A10D-DC37-C18BED5EA24A}"/>
          </ac:spMkLst>
        </pc:spChg>
        <pc:spChg chg="add mod">
          <ac:chgData name="Sara Ebrahimkhani" userId="31d3ff1a-0aa9-4b17-a9ab-734bf788e67a" providerId="ADAL" clId="{CB272EF8-CA16-48BA-BDD0-74A0AFED5F8D}" dt="2024-10-04T02:05:40.068" v="309" actId="1036"/>
          <ac:spMkLst>
            <pc:docMk/>
            <pc:sldMk cId="2398450603" sldId="271"/>
            <ac:spMk id="3" creationId="{2D10241F-B102-E4CA-726F-51051B5EE734}"/>
          </ac:spMkLst>
        </pc:spChg>
      </pc:sldChg>
      <pc:sldChg chg="modSp mod">
        <pc:chgData name="Sara Ebrahimkhani" userId="31d3ff1a-0aa9-4b17-a9ab-734bf788e67a" providerId="ADAL" clId="{CB272EF8-CA16-48BA-BDD0-74A0AFED5F8D}" dt="2024-10-04T00:52:53.041" v="54" actId="20577"/>
        <pc:sldMkLst>
          <pc:docMk/>
          <pc:sldMk cId="2611500536" sldId="272"/>
        </pc:sldMkLst>
        <pc:spChg chg="mod">
          <ac:chgData name="Sara Ebrahimkhani" userId="31d3ff1a-0aa9-4b17-a9ab-734bf788e67a" providerId="ADAL" clId="{CB272EF8-CA16-48BA-BDD0-74A0AFED5F8D}" dt="2024-10-04T00:52:53.041" v="54" actId="20577"/>
          <ac:spMkLst>
            <pc:docMk/>
            <pc:sldMk cId="2611500536" sldId="272"/>
            <ac:spMk id="2" creationId="{97877566-F351-A10D-DC37-C18BED5EA24A}"/>
          </ac:spMkLst>
        </pc:spChg>
        <pc:spChg chg="mod">
          <ac:chgData name="Sara Ebrahimkhani" userId="31d3ff1a-0aa9-4b17-a9ab-734bf788e67a" providerId="ADAL" clId="{CB272EF8-CA16-48BA-BDD0-74A0AFED5F8D}" dt="2024-10-04T00:52:32.970" v="46" actId="20577"/>
          <ac:spMkLst>
            <pc:docMk/>
            <pc:sldMk cId="2611500536" sldId="272"/>
            <ac:spMk id="5" creationId="{9311A4AF-8F1B-E2F1-AFFB-3A6266A1F9F9}"/>
          </ac:spMkLst>
        </pc:spChg>
      </pc:sldChg>
      <pc:sldChg chg="addSp delSp modSp add mod">
        <pc:chgData name="Sara Ebrahimkhani" userId="31d3ff1a-0aa9-4b17-a9ab-734bf788e67a" providerId="ADAL" clId="{CB272EF8-CA16-48BA-BDD0-74A0AFED5F8D}" dt="2024-10-04T02:04:32.919" v="300" actId="1038"/>
        <pc:sldMkLst>
          <pc:docMk/>
          <pc:sldMk cId="2841658701" sldId="273"/>
        </pc:sldMkLst>
        <pc:spChg chg="mod">
          <ac:chgData name="Sara Ebrahimkhani" userId="31d3ff1a-0aa9-4b17-a9ab-734bf788e67a" providerId="ADAL" clId="{CB272EF8-CA16-48BA-BDD0-74A0AFED5F8D}" dt="2024-10-04T02:02:13.570" v="138"/>
          <ac:spMkLst>
            <pc:docMk/>
            <pc:sldMk cId="2841658701" sldId="273"/>
            <ac:spMk id="9" creationId="{19F53623-EA15-AFCA-610D-81FBBD262915}"/>
          </ac:spMkLst>
        </pc:spChg>
        <pc:spChg chg="mod">
          <ac:chgData name="Sara Ebrahimkhani" userId="31d3ff1a-0aa9-4b17-a9ab-734bf788e67a" providerId="ADAL" clId="{CB272EF8-CA16-48BA-BDD0-74A0AFED5F8D}" dt="2024-10-04T02:02:18.683" v="140"/>
          <ac:spMkLst>
            <pc:docMk/>
            <pc:sldMk cId="2841658701" sldId="273"/>
            <ac:spMk id="13" creationId="{948432E1-41BA-D22C-AEE7-16C15C843D50}"/>
          </ac:spMkLst>
        </pc:spChg>
        <pc:spChg chg="mod">
          <ac:chgData name="Sara Ebrahimkhani" userId="31d3ff1a-0aa9-4b17-a9ab-734bf788e67a" providerId="ADAL" clId="{CB272EF8-CA16-48BA-BDD0-74A0AFED5F8D}" dt="2024-10-04T02:02:25.503" v="144"/>
          <ac:spMkLst>
            <pc:docMk/>
            <pc:sldMk cId="2841658701" sldId="273"/>
            <ac:spMk id="16" creationId="{929C73CA-4187-C8B4-8A20-E76832A2CA9D}"/>
          </ac:spMkLst>
        </pc:spChg>
        <pc:spChg chg="del mod topLvl">
          <ac:chgData name="Sara Ebrahimkhani" userId="31d3ff1a-0aa9-4b17-a9ab-734bf788e67a" providerId="ADAL" clId="{CB272EF8-CA16-48BA-BDD0-74A0AFED5F8D}" dt="2024-10-04T02:02:07.488" v="136" actId="478"/>
          <ac:spMkLst>
            <pc:docMk/>
            <pc:sldMk cId="2841658701" sldId="273"/>
            <ac:spMk id="17" creationId="{C2D373B1-3D30-75C1-1E40-26BCB3EBA1E7}"/>
          </ac:spMkLst>
        </pc:spChg>
        <pc:spChg chg="del mod topLvl">
          <ac:chgData name="Sara Ebrahimkhani" userId="31d3ff1a-0aa9-4b17-a9ab-734bf788e67a" providerId="ADAL" clId="{CB272EF8-CA16-48BA-BDD0-74A0AFED5F8D}" dt="2024-10-04T02:02:07.488" v="136" actId="478"/>
          <ac:spMkLst>
            <pc:docMk/>
            <pc:sldMk cId="2841658701" sldId="273"/>
            <ac:spMk id="22" creationId="{DEF827D6-4E48-945D-A4AA-54C9F0F6FE14}"/>
          </ac:spMkLst>
        </pc:spChg>
        <pc:spChg chg="del mod topLvl">
          <ac:chgData name="Sara Ebrahimkhani" userId="31d3ff1a-0aa9-4b17-a9ab-734bf788e67a" providerId="ADAL" clId="{CB272EF8-CA16-48BA-BDD0-74A0AFED5F8D}" dt="2024-10-04T02:02:07.488" v="136" actId="478"/>
          <ac:spMkLst>
            <pc:docMk/>
            <pc:sldMk cId="2841658701" sldId="273"/>
            <ac:spMk id="25" creationId="{41BBEC46-3BF2-5D16-68F7-C1E7C629B470}"/>
          </ac:spMkLst>
        </pc:spChg>
        <pc:spChg chg="mod topLvl">
          <ac:chgData name="Sara Ebrahimkhani" userId="31d3ff1a-0aa9-4b17-a9ab-734bf788e67a" providerId="ADAL" clId="{CB272EF8-CA16-48BA-BDD0-74A0AFED5F8D}" dt="2024-10-04T02:02:12.475" v="137" actId="164"/>
          <ac:spMkLst>
            <pc:docMk/>
            <pc:sldMk cId="2841658701" sldId="273"/>
            <ac:spMk id="28" creationId="{E36AEAA0-0494-055A-D077-062C82E3907C}"/>
          </ac:spMkLst>
        </pc:spChg>
        <pc:spChg chg="del mod topLvl">
          <ac:chgData name="Sara Ebrahimkhani" userId="31d3ff1a-0aa9-4b17-a9ab-734bf788e67a" providerId="ADAL" clId="{CB272EF8-CA16-48BA-BDD0-74A0AFED5F8D}" dt="2024-10-04T02:02:07.488" v="136" actId="478"/>
          <ac:spMkLst>
            <pc:docMk/>
            <pc:sldMk cId="2841658701" sldId="273"/>
            <ac:spMk id="31" creationId="{1C96C916-D08A-8A63-8E76-30ECDC46E6E5}"/>
          </ac:spMkLst>
        </pc:spChg>
        <pc:spChg chg="mod">
          <ac:chgData name="Sara Ebrahimkhani" userId="31d3ff1a-0aa9-4b17-a9ab-734bf788e67a" providerId="ADAL" clId="{CB272EF8-CA16-48BA-BDD0-74A0AFED5F8D}" dt="2024-10-04T02:02:28.854" v="146"/>
          <ac:spMkLst>
            <pc:docMk/>
            <pc:sldMk cId="2841658701" sldId="273"/>
            <ac:spMk id="34" creationId="{26493213-65B2-4B78-5915-F141DBF23067}"/>
          </ac:spMkLst>
        </pc:spChg>
        <pc:spChg chg="mod">
          <ac:chgData name="Sara Ebrahimkhani" userId="31d3ff1a-0aa9-4b17-a9ab-734bf788e67a" providerId="ADAL" clId="{CB272EF8-CA16-48BA-BDD0-74A0AFED5F8D}" dt="2024-10-04T02:03:14.621" v="232"/>
          <ac:spMkLst>
            <pc:docMk/>
            <pc:sldMk cId="2841658701" sldId="273"/>
            <ac:spMk id="37" creationId="{E36AEAA0-0494-055A-D077-062C82E3907C}"/>
          </ac:spMkLst>
        </pc:spChg>
        <pc:spChg chg="mod">
          <ac:chgData name="Sara Ebrahimkhani" userId="31d3ff1a-0aa9-4b17-a9ab-734bf788e67a" providerId="ADAL" clId="{CB272EF8-CA16-48BA-BDD0-74A0AFED5F8D}" dt="2024-10-04T02:03:59.725" v="278"/>
          <ac:spMkLst>
            <pc:docMk/>
            <pc:sldMk cId="2841658701" sldId="273"/>
            <ac:spMk id="40" creationId="{DE5344DD-A27E-F86A-6231-102456D099FF}"/>
          </ac:spMkLst>
        </pc:spChg>
        <pc:grpChg chg="add del mod">
          <ac:chgData name="Sara Ebrahimkhani" userId="31d3ff1a-0aa9-4b17-a9ab-734bf788e67a" providerId="ADAL" clId="{CB272EF8-CA16-48BA-BDD0-74A0AFED5F8D}" dt="2024-10-04T02:03:13.557" v="231" actId="21"/>
          <ac:grpSpMkLst>
            <pc:docMk/>
            <pc:sldMk cId="2841658701" sldId="273"/>
            <ac:grpSpMk id="7" creationId="{7225B7E9-EC14-9CE7-C623-450FBEB32C3B}"/>
          </ac:grpSpMkLst>
        </pc:grpChg>
        <pc:grpChg chg="add mod">
          <ac:chgData name="Sara Ebrahimkhani" userId="31d3ff1a-0aa9-4b17-a9ab-734bf788e67a" providerId="ADAL" clId="{CB272EF8-CA16-48BA-BDD0-74A0AFED5F8D}" dt="2024-10-04T02:03:42.913" v="276" actId="1038"/>
          <ac:grpSpMkLst>
            <pc:docMk/>
            <pc:sldMk cId="2841658701" sldId="273"/>
            <ac:grpSpMk id="8" creationId="{67ED8DAA-CB33-07F7-D588-490763C16B7A}"/>
          </ac:grpSpMkLst>
        </pc:grpChg>
        <pc:grpChg chg="add mod">
          <ac:chgData name="Sara Ebrahimkhani" userId="31d3ff1a-0aa9-4b17-a9ab-734bf788e67a" providerId="ADAL" clId="{CB272EF8-CA16-48BA-BDD0-74A0AFED5F8D}" dt="2024-10-04T02:04:32.919" v="300" actId="1038"/>
          <ac:grpSpMkLst>
            <pc:docMk/>
            <pc:sldMk cId="2841658701" sldId="273"/>
            <ac:grpSpMk id="11" creationId="{A5ADDB39-0BA0-FDF2-B9EE-FDEEB1186E77}"/>
          </ac:grpSpMkLst>
        </pc:grpChg>
        <pc:grpChg chg="add mod">
          <ac:chgData name="Sara Ebrahimkhani" userId="31d3ff1a-0aa9-4b17-a9ab-734bf788e67a" providerId="ADAL" clId="{CB272EF8-CA16-48BA-BDD0-74A0AFED5F8D}" dt="2024-10-04T02:03:42.913" v="276" actId="1038"/>
          <ac:grpSpMkLst>
            <pc:docMk/>
            <pc:sldMk cId="2841658701" sldId="273"/>
            <ac:grpSpMk id="15" creationId="{7F4B502D-C1EB-F733-AD1F-D5E5B758028D}"/>
          </ac:grpSpMkLst>
        </pc:grpChg>
        <pc:grpChg chg="add del mod">
          <ac:chgData name="Sara Ebrahimkhani" userId="31d3ff1a-0aa9-4b17-a9ab-734bf788e67a" providerId="ADAL" clId="{CB272EF8-CA16-48BA-BDD0-74A0AFED5F8D}" dt="2024-10-04T02:00:29.800" v="77" actId="165"/>
          <ac:grpSpMkLst>
            <pc:docMk/>
            <pc:sldMk cId="2841658701" sldId="273"/>
            <ac:grpSpMk id="19" creationId="{9E491C9D-1BA2-B538-A10D-64D3A8D258CB}"/>
          </ac:grpSpMkLst>
        </pc:grpChg>
        <pc:grpChg chg="add del">
          <ac:chgData name="Sara Ebrahimkhani" userId="31d3ff1a-0aa9-4b17-a9ab-734bf788e67a" providerId="ADAL" clId="{CB272EF8-CA16-48BA-BDD0-74A0AFED5F8D}" dt="2024-10-04T02:00:33.263" v="78" actId="165"/>
          <ac:grpSpMkLst>
            <pc:docMk/>
            <pc:sldMk cId="2841658701" sldId="273"/>
            <ac:grpSpMk id="20" creationId="{D29724D8-7631-CC06-2DDB-B6B79472CD26}"/>
          </ac:grpSpMkLst>
        </pc:grpChg>
        <pc:grpChg chg="add del">
          <ac:chgData name="Sara Ebrahimkhani" userId="31d3ff1a-0aa9-4b17-a9ab-734bf788e67a" providerId="ADAL" clId="{CB272EF8-CA16-48BA-BDD0-74A0AFED5F8D}" dt="2024-10-04T02:00:35.531" v="79" actId="165"/>
          <ac:grpSpMkLst>
            <pc:docMk/>
            <pc:sldMk cId="2841658701" sldId="273"/>
            <ac:grpSpMk id="23" creationId="{09217309-9C3F-44CC-8693-D0C2A60C8FD2}"/>
          </ac:grpSpMkLst>
        </pc:grpChg>
        <pc:grpChg chg="add del">
          <ac:chgData name="Sara Ebrahimkhani" userId="31d3ff1a-0aa9-4b17-a9ab-734bf788e67a" providerId="ADAL" clId="{CB272EF8-CA16-48BA-BDD0-74A0AFED5F8D}" dt="2024-10-04T02:00:41.144" v="80" actId="165"/>
          <ac:grpSpMkLst>
            <pc:docMk/>
            <pc:sldMk cId="2841658701" sldId="273"/>
            <ac:grpSpMk id="26" creationId="{F4414568-37F7-BC49-9A20-66C5ABD69048}"/>
          </ac:grpSpMkLst>
        </pc:grpChg>
        <pc:grpChg chg="add del">
          <ac:chgData name="Sara Ebrahimkhani" userId="31d3ff1a-0aa9-4b17-a9ab-734bf788e67a" providerId="ADAL" clId="{CB272EF8-CA16-48BA-BDD0-74A0AFED5F8D}" dt="2024-10-04T02:00:43.631" v="81" actId="165"/>
          <ac:grpSpMkLst>
            <pc:docMk/>
            <pc:sldMk cId="2841658701" sldId="273"/>
            <ac:grpSpMk id="29" creationId="{116744C9-D825-CE13-3229-905968588480}"/>
          </ac:grpSpMkLst>
        </pc:grpChg>
        <pc:grpChg chg="add mod">
          <ac:chgData name="Sara Ebrahimkhani" userId="31d3ff1a-0aa9-4b17-a9ab-734bf788e67a" providerId="ADAL" clId="{CB272EF8-CA16-48BA-BDD0-74A0AFED5F8D}" dt="2024-10-04T02:04:30.570" v="293" actId="1037"/>
          <ac:grpSpMkLst>
            <pc:docMk/>
            <pc:sldMk cId="2841658701" sldId="273"/>
            <ac:grpSpMk id="32" creationId="{C36AEDA9-D2B4-E17D-4E2F-8DDECEDC5214}"/>
          </ac:grpSpMkLst>
        </pc:grpChg>
        <pc:grpChg chg="add mod">
          <ac:chgData name="Sara Ebrahimkhani" userId="31d3ff1a-0aa9-4b17-a9ab-734bf788e67a" providerId="ADAL" clId="{CB272EF8-CA16-48BA-BDD0-74A0AFED5F8D}" dt="2024-10-04T02:03:42.913" v="276" actId="1038"/>
          <ac:grpSpMkLst>
            <pc:docMk/>
            <pc:sldMk cId="2841658701" sldId="273"/>
            <ac:grpSpMk id="36" creationId="{7225B7E9-EC14-9CE7-C623-450FBEB32C3B}"/>
          </ac:grpSpMkLst>
        </pc:grpChg>
        <pc:grpChg chg="add del mod">
          <ac:chgData name="Sara Ebrahimkhani" userId="31d3ff1a-0aa9-4b17-a9ab-734bf788e67a" providerId="ADAL" clId="{CB272EF8-CA16-48BA-BDD0-74A0AFED5F8D}" dt="2024-10-04T02:04:19.144" v="280" actId="478"/>
          <ac:grpSpMkLst>
            <pc:docMk/>
            <pc:sldMk cId="2841658701" sldId="273"/>
            <ac:grpSpMk id="39" creationId="{914070DA-2EF2-3E03-1CE8-76F8456C1381}"/>
          </ac:grpSpMkLst>
        </pc:grpChg>
        <pc:picChg chg="add del mod">
          <ac:chgData name="Sara Ebrahimkhani" userId="31d3ff1a-0aa9-4b17-a9ab-734bf788e67a" providerId="ADAL" clId="{CB272EF8-CA16-48BA-BDD0-74A0AFED5F8D}" dt="2024-10-04T02:02:07.488" v="136" actId="478"/>
          <ac:picMkLst>
            <pc:docMk/>
            <pc:sldMk cId="2841658701" sldId="273"/>
            <ac:picMk id="2" creationId="{7967355F-0860-8B03-7F42-145C8687F341}"/>
          </ac:picMkLst>
        </pc:picChg>
        <pc:picChg chg="add del mod">
          <ac:chgData name="Sara Ebrahimkhani" userId="31d3ff1a-0aa9-4b17-a9ab-734bf788e67a" providerId="ADAL" clId="{CB272EF8-CA16-48BA-BDD0-74A0AFED5F8D}" dt="2024-10-04T02:02:07.488" v="136" actId="478"/>
          <ac:picMkLst>
            <pc:docMk/>
            <pc:sldMk cId="2841658701" sldId="273"/>
            <ac:picMk id="3" creationId="{6809250B-B275-EEAF-9176-5AD68546EDB7}"/>
          </ac:picMkLst>
        </pc:picChg>
        <pc:picChg chg="add del mod">
          <ac:chgData name="Sara Ebrahimkhani" userId="31d3ff1a-0aa9-4b17-a9ab-734bf788e67a" providerId="ADAL" clId="{CB272EF8-CA16-48BA-BDD0-74A0AFED5F8D}" dt="2024-10-04T02:02:07.488" v="136" actId="478"/>
          <ac:picMkLst>
            <pc:docMk/>
            <pc:sldMk cId="2841658701" sldId="273"/>
            <ac:picMk id="4" creationId="{E39EE6C1-F2A5-3762-6C42-A6D681999F19}"/>
          </ac:picMkLst>
        </pc:picChg>
        <pc:picChg chg="del mod">
          <ac:chgData name="Sara Ebrahimkhani" userId="31d3ff1a-0aa9-4b17-a9ab-734bf788e67a" providerId="ADAL" clId="{CB272EF8-CA16-48BA-BDD0-74A0AFED5F8D}" dt="2024-10-04T02:02:07.488" v="136" actId="478"/>
          <ac:picMkLst>
            <pc:docMk/>
            <pc:sldMk cId="2841658701" sldId="273"/>
            <ac:picMk id="5" creationId="{EF912B0A-60C0-2861-F4B3-71AC94CD1901}"/>
          </ac:picMkLst>
        </pc:picChg>
        <pc:picChg chg="add mod">
          <ac:chgData name="Sara Ebrahimkhani" userId="31d3ff1a-0aa9-4b17-a9ab-734bf788e67a" providerId="ADAL" clId="{CB272EF8-CA16-48BA-BDD0-74A0AFED5F8D}" dt="2024-10-04T02:02:12.475" v="137" actId="164"/>
          <ac:picMkLst>
            <pc:docMk/>
            <pc:sldMk cId="2841658701" sldId="273"/>
            <ac:picMk id="6" creationId="{43BE173D-A6D6-9FB9-8D6F-3791361A5771}"/>
          </ac:picMkLst>
        </pc:picChg>
        <pc:picChg chg="mod">
          <ac:chgData name="Sara Ebrahimkhani" userId="31d3ff1a-0aa9-4b17-a9ab-734bf788e67a" providerId="ADAL" clId="{CB272EF8-CA16-48BA-BDD0-74A0AFED5F8D}" dt="2024-10-04T02:02:13.570" v="138"/>
          <ac:picMkLst>
            <pc:docMk/>
            <pc:sldMk cId="2841658701" sldId="273"/>
            <ac:picMk id="10" creationId="{A4C3B5BF-6C4E-84CE-9B4A-64B92D7673C4}"/>
          </ac:picMkLst>
        </pc:picChg>
        <pc:picChg chg="del mod topLvl">
          <ac:chgData name="Sara Ebrahimkhani" userId="31d3ff1a-0aa9-4b17-a9ab-734bf788e67a" providerId="ADAL" clId="{CB272EF8-CA16-48BA-BDD0-74A0AFED5F8D}" dt="2024-10-04T02:00:48.101" v="82" actId="478"/>
          <ac:picMkLst>
            <pc:docMk/>
            <pc:sldMk cId="2841658701" sldId="273"/>
            <ac:picMk id="12" creationId="{F31EE20E-7FCF-E138-F575-AE5B12450D65}"/>
          </ac:picMkLst>
        </pc:picChg>
        <pc:picChg chg="mod">
          <ac:chgData name="Sara Ebrahimkhani" userId="31d3ff1a-0aa9-4b17-a9ab-734bf788e67a" providerId="ADAL" clId="{CB272EF8-CA16-48BA-BDD0-74A0AFED5F8D}" dt="2024-10-04T02:02:18.683" v="140"/>
          <ac:picMkLst>
            <pc:docMk/>
            <pc:sldMk cId="2841658701" sldId="273"/>
            <ac:picMk id="14" creationId="{1B99E93F-8CD4-37A6-7310-720E3507E0E5}"/>
          </ac:picMkLst>
        </pc:picChg>
        <pc:picChg chg="mod">
          <ac:chgData name="Sara Ebrahimkhani" userId="31d3ff1a-0aa9-4b17-a9ab-734bf788e67a" providerId="ADAL" clId="{CB272EF8-CA16-48BA-BDD0-74A0AFED5F8D}" dt="2024-10-04T02:02:25.503" v="144"/>
          <ac:picMkLst>
            <pc:docMk/>
            <pc:sldMk cId="2841658701" sldId="273"/>
            <ac:picMk id="18" creationId="{C2A58B1F-A07A-076B-819C-8F12DA967012}"/>
          </ac:picMkLst>
        </pc:picChg>
        <pc:picChg chg="del mod topLvl">
          <ac:chgData name="Sara Ebrahimkhani" userId="31d3ff1a-0aa9-4b17-a9ab-734bf788e67a" providerId="ADAL" clId="{CB272EF8-CA16-48BA-BDD0-74A0AFED5F8D}" dt="2024-10-04T02:00:48.101" v="82" actId="478"/>
          <ac:picMkLst>
            <pc:docMk/>
            <pc:sldMk cId="2841658701" sldId="273"/>
            <ac:picMk id="21" creationId="{B9E73DF9-8918-F616-E414-8C80B27EED3C}"/>
          </ac:picMkLst>
        </pc:picChg>
        <pc:picChg chg="del mod topLvl">
          <ac:chgData name="Sara Ebrahimkhani" userId="31d3ff1a-0aa9-4b17-a9ab-734bf788e67a" providerId="ADAL" clId="{CB272EF8-CA16-48BA-BDD0-74A0AFED5F8D}" dt="2024-10-04T02:00:48.101" v="82" actId="478"/>
          <ac:picMkLst>
            <pc:docMk/>
            <pc:sldMk cId="2841658701" sldId="273"/>
            <ac:picMk id="24" creationId="{8090DCA0-FAB7-84D9-1275-D6A8838D2E32}"/>
          </ac:picMkLst>
        </pc:picChg>
        <pc:picChg chg="del mod topLvl">
          <ac:chgData name="Sara Ebrahimkhani" userId="31d3ff1a-0aa9-4b17-a9ab-734bf788e67a" providerId="ADAL" clId="{CB272EF8-CA16-48BA-BDD0-74A0AFED5F8D}" dt="2024-10-04T02:00:48.101" v="82" actId="478"/>
          <ac:picMkLst>
            <pc:docMk/>
            <pc:sldMk cId="2841658701" sldId="273"/>
            <ac:picMk id="27" creationId="{5EE2D9BC-5BB7-5D61-BAD9-CB03514CA0FF}"/>
          </ac:picMkLst>
        </pc:picChg>
        <pc:picChg chg="del mod topLvl">
          <ac:chgData name="Sara Ebrahimkhani" userId="31d3ff1a-0aa9-4b17-a9ab-734bf788e67a" providerId="ADAL" clId="{CB272EF8-CA16-48BA-BDD0-74A0AFED5F8D}" dt="2024-10-04T02:00:48.101" v="82" actId="478"/>
          <ac:picMkLst>
            <pc:docMk/>
            <pc:sldMk cId="2841658701" sldId="273"/>
            <ac:picMk id="30" creationId="{187A173A-6E05-D84D-4264-F8EBD2DC1CF4}"/>
          </ac:picMkLst>
        </pc:picChg>
        <pc:picChg chg="mod">
          <ac:chgData name="Sara Ebrahimkhani" userId="31d3ff1a-0aa9-4b17-a9ab-734bf788e67a" providerId="ADAL" clId="{CB272EF8-CA16-48BA-BDD0-74A0AFED5F8D}" dt="2024-10-04T02:02:28.854" v="146"/>
          <ac:picMkLst>
            <pc:docMk/>
            <pc:sldMk cId="2841658701" sldId="273"/>
            <ac:picMk id="35" creationId="{3DF28CE0-E707-DD94-49D3-3E3EC595EC8E}"/>
          </ac:picMkLst>
        </pc:picChg>
        <pc:picChg chg="mod">
          <ac:chgData name="Sara Ebrahimkhani" userId="31d3ff1a-0aa9-4b17-a9ab-734bf788e67a" providerId="ADAL" clId="{CB272EF8-CA16-48BA-BDD0-74A0AFED5F8D}" dt="2024-10-04T02:03:14.621" v="232"/>
          <ac:picMkLst>
            <pc:docMk/>
            <pc:sldMk cId="2841658701" sldId="273"/>
            <ac:picMk id="38" creationId="{43BE173D-A6D6-9FB9-8D6F-3791361A5771}"/>
          </ac:picMkLst>
        </pc:picChg>
        <pc:picChg chg="mod">
          <ac:chgData name="Sara Ebrahimkhani" userId="31d3ff1a-0aa9-4b17-a9ab-734bf788e67a" providerId="ADAL" clId="{CB272EF8-CA16-48BA-BDD0-74A0AFED5F8D}" dt="2024-10-04T02:03:59.725" v="278"/>
          <ac:picMkLst>
            <pc:docMk/>
            <pc:sldMk cId="2841658701" sldId="273"/>
            <ac:picMk id="41" creationId="{F63D9CD7-93BB-9B4C-156F-F231C4B0549C}"/>
          </ac:picMkLst>
        </pc:picChg>
      </pc:sldChg>
    </pc:docChg>
  </pc:docChgLst>
  <pc:docChgLst>
    <pc:chgData name="Sara Ebrahimkhani" userId="31d3ff1a-0aa9-4b17-a9ab-734bf788e67a" providerId="ADAL" clId="{210F7084-0301-43BB-BCF3-EF26E4BC6EB4}"/>
    <pc:docChg chg="modSld">
      <pc:chgData name="Sara Ebrahimkhani" userId="31d3ff1a-0aa9-4b17-a9ab-734bf788e67a" providerId="ADAL" clId="{210F7084-0301-43BB-BCF3-EF26E4BC6EB4}" dt="2024-10-04T18:33:17.134" v="127"/>
      <pc:docMkLst>
        <pc:docMk/>
      </pc:docMkLst>
      <pc:sldChg chg="modNotesTx">
        <pc:chgData name="Sara Ebrahimkhani" userId="31d3ff1a-0aa9-4b17-a9ab-734bf788e67a" providerId="ADAL" clId="{210F7084-0301-43BB-BCF3-EF26E4BC6EB4}" dt="2024-10-04T15:38:18.978" v="1" actId="20577"/>
        <pc:sldMkLst>
          <pc:docMk/>
          <pc:sldMk cId="2960206205" sldId="260"/>
        </pc:sldMkLst>
      </pc:sldChg>
      <pc:sldChg chg="modNotesTx">
        <pc:chgData name="Sara Ebrahimkhani" userId="31d3ff1a-0aa9-4b17-a9ab-734bf788e67a" providerId="ADAL" clId="{210F7084-0301-43BB-BCF3-EF26E4BC6EB4}" dt="2024-10-04T15:38:34.198" v="6" actId="20577"/>
        <pc:sldMkLst>
          <pc:docMk/>
          <pc:sldMk cId="2220094184" sldId="263"/>
        </pc:sldMkLst>
      </pc:sldChg>
      <pc:sldChg chg="modNotesTx">
        <pc:chgData name="Sara Ebrahimkhani" userId="31d3ff1a-0aa9-4b17-a9ab-734bf788e67a" providerId="ADAL" clId="{210F7084-0301-43BB-BCF3-EF26E4BC6EB4}" dt="2024-10-04T15:38:36.984" v="7" actId="20577"/>
        <pc:sldMkLst>
          <pc:docMk/>
          <pc:sldMk cId="2398037815" sldId="265"/>
        </pc:sldMkLst>
      </pc:sldChg>
      <pc:sldChg chg="addSp modSp mod modNotesTx">
        <pc:chgData name="Sara Ebrahimkhani" userId="31d3ff1a-0aa9-4b17-a9ab-734bf788e67a" providerId="ADAL" clId="{210F7084-0301-43BB-BCF3-EF26E4BC6EB4}" dt="2024-10-04T15:48:21.277" v="33" actId="1076"/>
        <pc:sldMkLst>
          <pc:docMk/>
          <pc:sldMk cId="2038371518" sldId="269"/>
        </pc:sldMkLst>
        <pc:spChg chg="mod">
          <ac:chgData name="Sara Ebrahimkhani" userId="31d3ff1a-0aa9-4b17-a9ab-734bf788e67a" providerId="ADAL" clId="{210F7084-0301-43BB-BCF3-EF26E4BC6EB4}" dt="2024-10-04T15:47:11.604" v="10" actId="20577"/>
          <ac:spMkLst>
            <pc:docMk/>
            <pc:sldMk cId="2038371518" sldId="269"/>
            <ac:spMk id="2" creationId="{8E0A9B78-13BA-C41D-BC42-487294AD91C0}"/>
          </ac:spMkLst>
        </pc:spChg>
        <pc:spChg chg="add mod">
          <ac:chgData name="Sara Ebrahimkhani" userId="31d3ff1a-0aa9-4b17-a9ab-734bf788e67a" providerId="ADAL" clId="{210F7084-0301-43BB-BCF3-EF26E4BC6EB4}" dt="2024-10-04T15:48:21.277" v="33" actId="1076"/>
          <ac:spMkLst>
            <pc:docMk/>
            <pc:sldMk cId="2038371518" sldId="269"/>
            <ac:spMk id="3" creationId="{A9FC2C7B-543A-0F09-A0AD-7BB76738CD98}"/>
          </ac:spMkLst>
        </pc:spChg>
      </pc:sldChg>
      <pc:sldChg chg="addSp modSp mod modAnim modNotesTx">
        <pc:chgData name="Sara Ebrahimkhani" userId="31d3ff1a-0aa9-4b17-a9ab-734bf788e67a" providerId="ADAL" clId="{210F7084-0301-43BB-BCF3-EF26E4BC6EB4}" dt="2024-10-04T18:33:17.134" v="127"/>
        <pc:sldMkLst>
          <pc:docMk/>
          <pc:sldMk cId="2731222360" sldId="270"/>
        </pc:sldMkLst>
        <pc:spChg chg="add mod">
          <ac:chgData name="Sara Ebrahimkhani" userId="31d3ff1a-0aa9-4b17-a9ab-734bf788e67a" providerId="ADAL" clId="{210F7084-0301-43BB-BCF3-EF26E4BC6EB4}" dt="2024-10-04T18:33:14.463" v="126" actId="14100"/>
          <ac:spMkLst>
            <pc:docMk/>
            <pc:sldMk cId="2731222360" sldId="270"/>
            <ac:spMk id="5" creationId="{0513B82E-1D1B-BC44-7F08-470253506EE9}"/>
          </ac:spMkLst>
        </pc:spChg>
      </pc:sldChg>
      <pc:sldChg chg="modNotesTx">
        <pc:chgData name="Sara Ebrahimkhani" userId="31d3ff1a-0aa9-4b17-a9ab-734bf788e67a" providerId="ADAL" clId="{210F7084-0301-43BB-BCF3-EF26E4BC6EB4}" dt="2024-10-04T18:30:08.436" v="35" actId="6549"/>
        <pc:sldMkLst>
          <pc:docMk/>
          <pc:sldMk cId="2398450603" sldId="271"/>
        </pc:sldMkLst>
      </pc:sldChg>
      <pc:sldChg chg="modNotesTx">
        <pc:chgData name="Sara Ebrahimkhani" userId="31d3ff1a-0aa9-4b17-a9ab-734bf788e67a" providerId="ADAL" clId="{210F7084-0301-43BB-BCF3-EF26E4BC6EB4}" dt="2024-10-04T15:38:22.154" v="2" actId="20577"/>
        <pc:sldMkLst>
          <pc:docMk/>
          <pc:sldMk cId="2611500536" sldId="272"/>
        </pc:sldMkLst>
      </pc:sldChg>
      <pc:sldChg chg="modSp mod modNotesTx">
        <pc:chgData name="Sara Ebrahimkhani" userId="31d3ff1a-0aa9-4b17-a9ab-734bf788e67a" providerId="ADAL" clId="{210F7084-0301-43BB-BCF3-EF26E4BC6EB4}" dt="2024-10-04T18:32:09.468" v="55" actId="20577"/>
        <pc:sldMkLst>
          <pc:docMk/>
          <pc:sldMk cId="2841658701" sldId="273"/>
        </pc:sldMkLst>
        <pc:spChg chg="mod">
          <ac:chgData name="Sara Ebrahimkhani" userId="31d3ff1a-0aa9-4b17-a9ab-734bf788e67a" providerId="ADAL" clId="{210F7084-0301-43BB-BCF3-EF26E4BC6EB4}" dt="2024-10-04T18:31:36.376" v="42" actId="20577"/>
          <ac:spMkLst>
            <pc:docMk/>
            <pc:sldMk cId="2841658701" sldId="273"/>
            <ac:spMk id="9" creationId="{19F53623-EA15-AFCA-610D-81FBBD262915}"/>
          </ac:spMkLst>
        </pc:spChg>
        <pc:spChg chg="mod">
          <ac:chgData name="Sara Ebrahimkhani" userId="31d3ff1a-0aa9-4b17-a9ab-734bf788e67a" providerId="ADAL" clId="{210F7084-0301-43BB-BCF3-EF26E4BC6EB4}" dt="2024-10-04T18:31:33.317" v="40" actId="20577"/>
          <ac:spMkLst>
            <pc:docMk/>
            <pc:sldMk cId="2841658701" sldId="273"/>
            <ac:spMk id="13" creationId="{948432E1-41BA-D22C-AEE7-16C15C843D50}"/>
          </ac:spMkLst>
        </pc:spChg>
        <pc:spChg chg="mod">
          <ac:chgData name="Sara Ebrahimkhani" userId="31d3ff1a-0aa9-4b17-a9ab-734bf788e67a" providerId="ADAL" clId="{210F7084-0301-43BB-BCF3-EF26E4BC6EB4}" dt="2024-10-04T18:32:00.434" v="48" actId="20577"/>
          <ac:spMkLst>
            <pc:docMk/>
            <pc:sldMk cId="2841658701" sldId="273"/>
            <ac:spMk id="16" creationId="{929C73CA-4187-C8B4-8A20-E76832A2CA9D}"/>
          </ac:spMkLst>
        </pc:spChg>
        <pc:spChg chg="mod">
          <ac:chgData name="Sara Ebrahimkhani" userId="31d3ff1a-0aa9-4b17-a9ab-734bf788e67a" providerId="ADAL" clId="{210F7084-0301-43BB-BCF3-EF26E4BC6EB4}" dt="2024-10-04T18:32:06.645" v="53" actId="20577"/>
          <ac:spMkLst>
            <pc:docMk/>
            <pc:sldMk cId="2841658701" sldId="273"/>
            <ac:spMk id="34" creationId="{26493213-65B2-4B78-5915-F141DBF23067}"/>
          </ac:spMkLst>
        </pc:spChg>
        <pc:spChg chg="mod">
          <ac:chgData name="Sara Ebrahimkhani" userId="31d3ff1a-0aa9-4b17-a9ab-734bf788e67a" providerId="ADAL" clId="{210F7084-0301-43BB-BCF3-EF26E4BC6EB4}" dt="2024-10-04T18:32:09.468" v="55" actId="20577"/>
          <ac:spMkLst>
            <pc:docMk/>
            <pc:sldMk cId="2841658701" sldId="273"/>
            <ac:spMk id="37" creationId="{E36AEAA0-0494-055A-D077-062C82E3907C}"/>
          </ac:spMkLst>
        </pc:spChg>
      </pc:sldChg>
    </pc:docChg>
  </pc:docChgLst>
  <pc:docChgLst>
    <pc:chgData name="Sara Ebrahimkhani" userId="31d3ff1a-0aa9-4b17-a9ab-734bf788e67a" providerId="ADAL" clId="{0CBBD2FD-3EE9-46E4-9FC6-B1CF95382FAE}"/>
    <pc:docChg chg="undo redo custSel addSld delSld modSld sldOrd modMainMaster">
      <pc:chgData name="Sara Ebrahimkhani" userId="31d3ff1a-0aa9-4b17-a9ab-734bf788e67a" providerId="ADAL" clId="{0CBBD2FD-3EE9-46E4-9FC6-B1CF95382FAE}" dt="2024-10-03T21:20:37.647" v="4791" actId="729"/>
      <pc:docMkLst>
        <pc:docMk/>
      </pc:docMkLst>
      <pc:sldChg chg="new del">
        <pc:chgData name="Sara Ebrahimkhani" userId="31d3ff1a-0aa9-4b17-a9ab-734bf788e67a" providerId="ADAL" clId="{0CBBD2FD-3EE9-46E4-9FC6-B1CF95382FAE}" dt="2024-10-01T18:40:12.197" v="2" actId="47"/>
        <pc:sldMkLst>
          <pc:docMk/>
          <pc:sldMk cId="1392035346" sldId="256"/>
        </pc:sldMkLst>
      </pc:sldChg>
      <pc:sldChg chg="addSp delSp modSp new mod modNotesTx">
        <pc:chgData name="Sara Ebrahimkhani" userId="31d3ff1a-0aa9-4b17-a9ab-734bf788e67a" providerId="ADAL" clId="{0CBBD2FD-3EE9-46E4-9FC6-B1CF95382FAE}" dt="2024-10-02T22:12:32.139" v="4195" actId="113"/>
        <pc:sldMkLst>
          <pc:docMk/>
          <pc:sldMk cId="1598806909" sldId="257"/>
        </pc:sldMkLst>
        <pc:spChg chg="add mod">
          <ac:chgData name="Sara Ebrahimkhani" userId="31d3ff1a-0aa9-4b17-a9ab-734bf788e67a" providerId="ADAL" clId="{0CBBD2FD-3EE9-46E4-9FC6-B1CF95382FAE}" dt="2024-10-01T20:05:54.918" v="407" actId="207"/>
          <ac:spMkLst>
            <pc:docMk/>
            <pc:sldMk cId="1598806909" sldId="257"/>
            <ac:spMk id="17" creationId="{C2D373B1-3D30-75C1-1E40-26BCB3EBA1E7}"/>
          </ac:spMkLst>
        </pc:spChg>
        <pc:spChg chg="add del mod">
          <ac:chgData name="Sara Ebrahimkhani" userId="31d3ff1a-0aa9-4b17-a9ab-734bf788e67a" providerId="ADAL" clId="{0CBBD2FD-3EE9-46E4-9FC6-B1CF95382FAE}" dt="2024-10-01T20:03:26.406" v="326" actId="478"/>
          <ac:spMkLst>
            <pc:docMk/>
            <pc:sldMk cId="1598806909" sldId="257"/>
            <ac:spMk id="18" creationId="{5BCB0CBE-57D0-B9A7-A6F4-734D71AC5E3E}"/>
          </ac:spMkLst>
        </pc:spChg>
        <pc:spChg chg="mod">
          <ac:chgData name="Sara Ebrahimkhani" userId="31d3ff1a-0aa9-4b17-a9ab-734bf788e67a" providerId="ADAL" clId="{0CBBD2FD-3EE9-46E4-9FC6-B1CF95382FAE}" dt="2024-10-01T20:06:18.633" v="411" actId="207"/>
          <ac:spMkLst>
            <pc:docMk/>
            <pc:sldMk cId="1598806909" sldId="257"/>
            <ac:spMk id="22" creationId="{DEF827D6-4E48-945D-A4AA-54C9F0F6FE14}"/>
          </ac:spMkLst>
        </pc:spChg>
        <pc:spChg chg="mod">
          <ac:chgData name="Sara Ebrahimkhani" userId="31d3ff1a-0aa9-4b17-a9ab-734bf788e67a" providerId="ADAL" clId="{0CBBD2FD-3EE9-46E4-9FC6-B1CF95382FAE}" dt="2024-10-01T20:06:14.220" v="410" actId="207"/>
          <ac:spMkLst>
            <pc:docMk/>
            <pc:sldMk cId="1598806909" sldId="257"/>
            <ac:spMk id="25" creationId="{41BBEC46-3BF2-5D16-68F7-C1E7C629B470}"/>
          </ac:spMkLst>
        </pc:spChg>
        <pc:spChg chg="mod">
          <ac:chgData name="Sara Ebrahimkhani" userId="31d3ff1a-0aa9-4b17-a9ab-734bf788e67a" providerId="ADAL" clId="{0CBBD2FD-3EE9-46E4-9FC6-B1CF95382FAE}" dt="2024-10-01T20:06:08.778" v="409" actId="207"/>
          <ac:spMkLst>
            <pc:docMk/>
            <pc:sldMk cId="1598806909" sldId="257"/>
            <ac:spMk id="28" creationId="{E36AEAA0-0494-055A-D077-062C82E3907C}"/>
          </ac:spMkLst>
        </pc:spChg>
        <pc:spChg chg="mod">
          <ac:chgData name="Sara Ebrahimkhani" userId="31d3ff1a-0aa9-4b17-a9ab-734bf788e67a" providerId="ADAL" clId="{0CBBD2FD-3EE9-46E4-9FC6-B1CF95382FAE}" dt="2024-10-01T20:06:03.482" v="408" actId="207"/>
          <ac:spMkLst>
            <pc:docMk/>
            <pc:sldMk cId="1598806909" sldId="257"/>
            <ac:spMk id="31" creationId="{1C96C916-D08A-8A63-8E76-30ECDC46E6E5}"/>
          </ac:spMkLst>
        </pc:spChg>
        <pc:spChg chg="add mod">
          <ac:chgData name="Sara Ebrahimkhani" userId="31d3ff1a-0aa9-4b17-a9ab-734bf788e67a" providerId="ADAL" clId="{0CBBD2FD-3EE9-46E4-9FC6-B1CF95382FAE}" dt="2024-10-02T17:17:44.028" v="3402" actId="20577"/>
          <ac:spMkLst>
            <pc:docMk/>
            <pc:sldMk cId="1598806909" sldId="257"/>
            <ac:spMk id="33" creationId="{FA96E1B0-D9B8-596B-830C-ED1B9B19883C}"/>
          </ac:spMkLst>
        </pc:spChg>
        <pc:grpChg chg="add del mod">
          <ac:chgData name="Sara Ebrahimkhani" userId="31d3ff1a-0aa9-4b17-a9ab-734bf788e67a" providerId="ADAL" clId="{0CBBD2FD-3EE9-46E4-9FC6-B1CF95382FAE}" dt="2024-10-01T20:03:44.997" v="332" actId="165"/>
          <ac:grpSpMkLst>
            <pc:docMk/>
            <pc:sldMk cId="1598806909" sldId="257"/>
            <ac:grpSpMk id="16" creationId="{7E92EE85-E033-DD77-6A84-1CD6198EF9E5}"/>
          </ac:grpSpMkLst>
        </pc:grpChg>
        <pc:grpChg chg="add mod">
          <ac:chgData name="Sara Ebrahimkhani" userId="31d3ff1a-0aa9-4b17-a9ab-734bf788e67a" providerId="ADAL" clId="{0CBBD2FD-3EE9-46E4-9FC6-B1CF95382FAE}" dt="2024-10-02T01:56:09.804" v="3002" actId="1036"/>
          <ac:grpSpMkLst>
            <pc:docMk/>
            <pc:sldMk cId="1598806909" sldId="257"/>
            <ac:grpSpMk id="19" creationId="{9E491C9D-1BA2-B538-A10D-64D3A8D258CB}"/>
          </ac:grpSpMkLst>
        </pc:grpChg>
        <pc:grpChg chg="add mod">
          <ac:chgData name="Sara Ebrahimkhani" userId="31d3ff1a-0aa9-4b17-a9ab-734bf788e67a" providerId="ADAL" clId="{0CBBD2FD-3EE9-46E4-9FC6-B1CF95382FAE}" dt="2024-10-02T01:56:09.804" v="3002" actId="1036"/>
          <ac:grpSpMkLst>
            <pc:docMk/>
            <pc:sldMk cId="1598806909" sldId="257"/>
            <ac:grpSpMk id="20" creationId="{D29724D8-7631-CC06-2DDB-B6B79472CD26}"/>
          </ac:grpSpMkLst>
        </pc:grpChg>
        <pc:grpChg chg="add mod">
          <ac:chgData name="Sara Ebrahimkhani" userId="31d3ff1a-0aa9-4b17-a9ab-734bf788e67a" providerId="ADAL" clId="{0CBBD2FD-3EE9-46E4-9FC6-B1CF95382FAE}" dt="2024-10-02T01:56:09.804" v="3002" actId="1036"/>
          <ac:grpSpMkLst>
            <pc:docMk/>
            <pc:sldMk cId="1598806909" sldId="257"/>
            <ac:grpSpMk id="23" creationId="{09217309-9C3F-44CC-8693-D0C2A60C8FD2}"/>
          </ac:grpSpMkLst>
        </pc:grpChg>
        <pc:grpChg chg="add mod">
          <ac:chgData name="Sara Ebrahimkhani" userId="31d3ff1a-0aa9-4b17-a9ab-734bf788e67a" providerId="ADAL" clId="{0CBBD2FD-3EE9-46E4-9FC6-B1CF95382FAE}" dt="2024-10-02T01:56:09.804" v="3002" actId="1036"/>
          <ac:grpSpMkLst>
            <pc:docMk/>
            <pc:sldMk cId="1598806909" sldId="257"/>
            <ac:grpSpMk id="26" creationId="{F4414568-37F7-BC49-9A20-66C5ABD69048}"/>
          </ac:grpSpMkLst>
        </pc:grpChg>
        <pc:grpChg chg="add mod">
          <ac:chgData name="Sara Ebrahimkhani" userId="31d3ff1a-0aa9-4b17-a9ab-734bf788e67a" providerId="ADAL" clId="{0CBBD2FD-3EE9-46E4-9FC6-B1CF95382FAE}" dt="2024-10-02T01:56:09.804" v="3002" actId="1036"/>
          <ac:grpSpMkLst>
            <pc:docMk/>
            <pc:sldMk cId="1598806909" sldId="257"/>
            <ac:grpSpMk id="29" creationId="{116744C9-D825-CE13-3229-905968588480}"/>
          </ac:grpSpMkLst>
        </pc:grpChg>
        <pc:picChg chg="add del mod modCrop">
          <ac:chgData name="Sara Ebrahimkhani" userId="31d3ff1a-0aa9-4b17-a9ab-734bf788e67a" providerId="ADAL" clId="{0CBBD2FD-3EE9-46E4-9FC6-B1CF95382FAE}" dt="2024-10-01T19:51:21.972" v="87" actId="478"/>
          <ac:picMkLst>
            <pc:docMk/>
            <pc:sldMk cId="1598806909" sldId="257"/>
            <ac:picMk id="3" creationId="{A193F44B-BE02-6191-2119-185E7D554A45}"/>
          </ac:picMkLst>
        </pc:picChg>
        <pc:picChg chg="add del mod">
          <ac:chgData name="Sara Ebrahimkhani" userId="31d3ff1a-0aa9-4b17-a9ab-734bf788e67a" providerId="ADAL" clId="{0CBBD2FD-3EE9-46E4-9FC6-B1CF95382FAE}" dt="2024-10-01T19:43:55.643" v="36" actId="478"/>
          <ac:picMkLst>
            <pc:docMk/>
            <pc:sldMk cId="1598806909" sldId="257"/>
            <ac:picMk id="5" creationId="{FD6F8F29-FF0A-6117-AF53-38D3EB7C0558}"/>
          </ac:picMkLst>
        </pc:picChg>
        <pc:picChg chg="add del mod topLvl">
          <ac:chgData name="Sara Ebrahimkhani" userId="31d3ff1a-0aa9-4b17-a9ab-734bf788e67a" providerId="ADAL" clId="{0CBBD2FD-3EE9-46E4-9FC6-B1CF95382FAE}" dt="2024-10-01T20:04:09.349" v="342" actId="478"/>
          <ac:picMkLst>
            <pc:docMk/>
            <pc:sldMk cId="1598806909" sldId="257"/>
            <ac:picMk id="7" creationId="{E60F97D9-00ED-36D8-EC73-EE30584F1F0A}"/>
          </ac:picMkLst>
        </pc:picChg>
        <pc:picChg chg="add del mod modCrop">
          <ac:chgData name="Sara Ebrahimkhani" userId="31d3ff1a-0aa9-4b17-a9ab-734bf788e67a" providerId="ADAL" clId="{0CBBD2FD-3EE9-46E4-9FC6-B1CF95382FAE}" dt="2024-10-01T19:55:09.579" v="99" actId="478"/>
          <ac:picMkLst>
            <pc:docMk/>
            <pc:sldMk cId="1598806909" sldId="257"/>
            <ac:picMk id="9" creationId="{37FD3D2D-AA8B-4E81-7D84-337132340283}"/>
          </ac:picMkLst>
        </pc:picChg>
        <pc:picChg chg="add del mod modCrop">
          <ac:chgData name="Sara Ebrahimkhani" userId="31d3ff1a-0aa9-4b17-a9ab-734bf788e67a" providerId="ADAL" clId="{0CBBD2FD-3EE9-46E4-9FC6-B1CF95382FAE}" dt="2024-10-01T19:56:05.309" v="110" actId="478"/>
          <ac:picMkLst>
            <pc:docMk/>
            <pc:sldMk cId="1598806909" sldId="257"/>
            <ac:picMk id="11" creationId="{C3CEB9C8-DAED-003B-60EF-ABF15C174BDE}"/>
          </ac:picMkLst>
        </pc:picChg>
        <pc:picChg chg="add mod topLvl">
          <ac:chgData name="Sara Ebrahimkhani" userId="31d3ff1a-0aa9-4b17-a9ab-734bf788e67a" providerId="ADAL" clId="{0CBBD2FD-3EE9-46E4-9FC6-B1CF95382FAE}" dt="2024-10-01T20:03:48.937" v="333" actId="164"/>
          <ac:picMkLst>
            <pc:docMk/>
            <pc:sldMk cId="1598806909" sldId="257"/>
            <ac:picMk id="12" creationId="{F31EE20E-7FCF-E138-F575-AE5B12450D65}"/>
          </ac:picMkLst>
        </pc:picChg>
        <pc:picChg chg="add del mod">
          <ac:chgData name="Sara Ebrahimkhani" userId="31d3ff1a-0aa9-4b17-a9ab-734bf788e67a" providerId="ADAL" clId="{0CBBD2FD-3EE9-46E4-9FC6-B1CF95382FAE}" dt="2024-10-01T20:03:28.377" v="327" actId="478"/>
          <ac:picMkLst>
            <pc:docMk/>
            <pc:sldMk cId="1598806909" sldId="257"/>
            <ac:picMk id="13" creationId="{F4421EB2-BB9C-4090-A6AE-CA6A6FA299E5}"/>
          </ac:picMkLst>
        </pc:picChg>
        <pc:picChg chg="add del mod">
          <ac:chgData name="Sara Ebrahimkhani" userId="31d3ff1a-0aa9-4b17-a9ab-734bf788e67a" providerId="ADAL" clId="{0CBBD2FD-3EE9-46E4-9FC6-B1CF95382FAE}" dt="2024-10-01T20:03:34.882" v="331" actId="478"/>
          <ac:picMkLst>
            <pc:docMk/>
            <pc:sldMk cId="1598806909" sldId="257"/>
            <ac:picMk id="14" creationId="{1CD53BDB-926F-31B2-2141-D2F35D5E29B5}"/>
          </ac:picMkLst>
        </pc:picChg>
        <pc:picChg chg="add del mod">
          <ac:chgData name="Sara Ebrahimkhani" userId="31d3ff1a-0aa9-4b17-a9ab-734bf788e67a" providerId="ADAL" clId="{0CBBD2FD-3EE9-46E4-9FC6-B1CF95382FAE}" dt="2024-10-01T20:03:31.662" v="330" actId="478"/>
          <ac:picMkLst>
            <pc:docMk/>
            <pc:sldMk cId="1598806909" sldId="257"/>
            <ac:picMk id="15" creationId="{D127FC59-9ADC-70CF-0A2D-F96BB83FC701}"/>
          </ac:picMkLst>
        </pc:picChg>
        <pc:picChg chg="mod">
          <ac:chgData name="Sara Ebrahimkhani" userId="31d3ff1a-0aa9-4b17-a9ab-734bf788e67a" providerId="ADAL" clId="{0CBBD2FD-3EE9-46E4-9FC6-B1CF95382FAE}" dt="2024-10-01T20:03:49.797" v="334"/>
          <ac:picMkLst>
            <pc:docMk/>
            <pc:sldMk cId="1598806909" sldId="257"/>
            <ac:picMk id="21" creationId="{B9E73DF9-8918-F616-E414-8C80B27EED3C}"/>
          </ac:picMkLst>
        </pc:picChg>
        <pc:picChg chg="mod">
          <ac:chgData name="Sara Ebrahimkhani" userId="31d3ff1a-0aa9-4b17-a9ab-734bf788e67a" providerId="ADAL" clId="{0CBBD2FD-3EE9-46E4-9FC6-B1CF95382FAE}" dt="2024-10-01T20:04:00.527" v="337"/>
          <ac:picMkLst>
            <pc:docMk/>
            <pc:sldMk cId="1598806909" sldId="257"/>
            <ac:picMk id="24" creationId="{8090DCA0-FAB7-84D9-1275-D6A8838D2E32}"/>
          </ac:picMkLst>
        </pc:picChg>
        <pc:picChg chg="mod">
          <ac:chgData name="Sara Ebrahimkhani" userId="31d3ff1a-0aa9-4b17-a9ab-734bf788e67a" providerId="ADAL" clId="{0CBBD2FD-3EE9-46E4-9FC6-B1CF95382FAE}" dt="2024-10-01T20:04:04.124" v="339"/>
          <ac:picMkLst>
            <pc:docMk/>
            <pc:sldMk cId="1598806909" sldId="257"/>
            <ac:picMk id="27" creationId="{5EE2D9BC-5BB7-5D61-BAD9-CB03514CA0FF}"/>
          </ac:picMkLst>
        </pc:picChg>
        <pc:picChg chg="mod">
          <ac:chgData name="Sara Ebrahimkhani" userId="31d3ff1a-0aa9-4b17-a9ab-734bf788e67a" providerId="ADAL" clId="{0CBBD2FD-3EE9-46E4-9FC6-B1CF95382FAE}" dt="2024-10-01T20:04:07.878" v="341"/>
          <ac:picMkLst>
            <pc:docMk/>
            <pc:sldMk cId="1598806909" sldId="257"/>
            <ac:picMk id="30" creationId="{187A173A-6E05-D84D-4264-F8EBD2DC1CF4}"/>
          </ac:picMkLst>
        </pc:picChg>
      </pc:sldChg>
      <pc:sldChg chg="addSp delSp modSp add mod ord delAnim modAnim modShow modNotesTx">
        <pc:chgData name="Sara Ebrahimkhani" userId="31d3ff1a-0aa9-4b17-a9ab-734bf788e67a" providerId="ADAL" clId="{0CBBD2FD-3EE9-46E4-9FC6-B1CF95382FAE}" dt="2024-10-02T19:05:04.718" v="4175"/>
        <pc:sldMkLst>
          <pc:docMk/>
          <pc:sldMk cId="2227156721" sldId="258"/>
        </pc:sldMkLst>
        <pc:spChg chg="add mod">
          <ac:chgData name="Sara Ebrahimkhani" userId="31d3ff1a-0aa9-4b17-a9ab-734bf788e67a" providerId="ADAL" clId="{0CBBD2FD-3EE9-46E4-9FC6-B1CF95382FAE}" dt="2024-10-01T20:37:21.413" v="985" actId="1038"/>
          <ac:spMkLst>
            <pc:docMk/>
            <pc:sldMk cId="2227156721" sldId="258"/>
            <ac:spMk id="2" creationId="{A874144D-21C7-F8C2-BEA9-F3D4C856B49E}"/>
          </ac:spMkLst>
        </pc:spChg>
        <pc:spChg chg="add mod">
          <ac:chgData name="Sara Ebrahimkhani" userId="31d3ff1a-0aa9-4b17-a9ab-734bf788e67a" providerId="ADAL" clId="{0CBBD2FD-3EE9-46E4-9FC6-B1CF95382FAE}" dt="2024-10-01T20:37:21.413" v="985" actId="1038"/>
          <ac:spMkLst>
            <pc:docMk/>
            <pc:sldMk cId="2227156721" sldId="258"/>
            <ac:spMk id="3" creationId="{6883463C-0A8E-53C4-0D4F-A7AD4FEF4E96}"/>
          </ac:spMkLst>
        </pc:spChg>
        <pc:spChg chg="add mod">
          <ac:chgData name="Sara Ebrahimkhani" userId="31d3ff1a-0aa9-4b17-a9ab-734bf788e67a" providerId="ADAL" clId="{0CBBD2FD-3EE9-46E4-9FC6-B1CF95382FAE}" dt="2024-10-01T20:37:21.413" v="985" actId="1038"/>
          <ac:spMkLst>
            <pc:docMk/>
            <pc:sldMk cId="2227156721" sldId="258"/>
            <ac:spMk id="4" creationId="{8E82FED7-ED0D-8F17-BDA6-E814F3F3A347}"/>
          </ac:spMkLst>
        </pc:spChg>
        <pc:spChg chg="add mod">
          <ac:chgData name="Sara Ebrahimkhani" userId="31d3ff1a-0aa9-4b17-a9ab-734bf788e67a" providerId="ADAL" clId="{0CBBD2FD-3EE9-46E4-9FC6-B1CF95382FAE}" dt="2024-10-01T20:37:21.413" v="985" actId="1038"/>
          <ac:spMkLst>
            <pc:docMk/>
            <pc:sldMk cId="2227156721" sldId="258"/>
            <ac:spMk id="5" creationId="{7B64C93E-AD1C-601E-9EB7-1A866A527103}"/>
          </ac:spMkLst>
        </pc:spChg>
        <pc:spChg chg="add mod">
          <ac:chgData name="Sara Ebrahimkhani" userId="31d3ff1a-0aa9-4b17-a9ab-734bf788e67a" providerId="ADAL" clId="{0CBBD2FD-3EE9-46E4-9FC6-B1CF95382FAE}" dt="2024-10-01T20:37:21.413" v="985" actId="1038"/>
          <ac:spMkLst>
            <pc:docMk/>
            <pc:sldMk cId="2227156721" sldId="258"/>
            <ac:spMk id="6" creationId="{3F8BF65E-EAC7-8FD9-11A9-7A9C8B8E16E8}"/>
          </ac:spMkLst>
        </pc:spChg>
        <pc:spChg chg="add mod">
          <ac:chgData name="Sara Ebrahimkhani" userId="31d3ff1a-0aa9-4b17-a9ab-734bf788e67a" providerId="ADAL" clId="{0CBBD2FD-3EE9-46E4-9FC6-B1CF95382FAE}" dt="2024-10-02T17:25:58.817" v="3571" actId="1036"/>
          <ac:spMkLst>
            <pc:docMk/>
            <pc:sldMk cId="2227156721" sldId="258"/>
            <ac:spMk id="7" creationId="{ADB72954-5C36-FCE7-FE73-5C1334363DDD}"/>
          </ac:spMkLst>
        </pc:spChg>
        <pc:spChg chg="add mod">
          <ac:chgData name="Sara Ebrahimkhani" userId="31d3ff1a-0aa9-4b17-a9ab-734bf788e67a" providerId="ADAL" clId="{0CBBD2FD-3EE9-46E4-9FC6-B1CF95382FAE}" dt="2024-10-01T20:37:21.413" v="985" actId="1038"/>
          <ac:spMkLst>
            <pc:docMk/>
            <pc:sldMk cId="2227156721" sldId="258"/>
            <ac:spMk id="8" creationId="{449DC6EE-FDBD-3511-28A8-C26DB0D3AAD8}"/>
          </ac:spMkLst>
        </pc:spChg>
        <pc:spChg chg="add mod">
          <ac:chgData name="Sara Ebrahimkhani" userId="31d3ff1a-0aa9-4b17-a9ab-734bf788e67a" providerId="ADAL" clId="{0CBBD2FD-3EE9-46E4-9FC6-B1CF95382FAE}" dt="2024-10-01T20:37:21.413" v="985" actId="1038"/>
          <ac:spMkLst>
            <pc:docMk/>
            <pc:sldMk cId="2227156721" sldId="258"/>
            <ac:spMk id="9" creationId="{6043EC47-EE51-33F2-5F4A-D6F92D63FD22}"/>
          </ac:spMkLst>
        </pc:spChg>
        <pc:spChg chg="add mod">
          <ac:chgData name="Sara Ebrahimkhani" userId="31d3ff1a-0aa9-4b17-a9ab-734bf788e67a" providerId="ADAL" clId="{0CBBD2FD-3EE9-46E4-9FC6-B1CF95382FAE}" dt="2024-10-01T20:37:21.413" v="985" actId="1038"/>
          <ac:spMkLst>
            <pc:docMk/>
            <pc:sldMk cId="2227156721" sldId="258"/>
            <ac:spMk id="10" creationId="{AB1643CF-2EFA-66D1-8E27-C85A4267804A}"/>
          </ac:spMkLst>
        </pc:spChg>
        <pc:spChg chg="add mod">
          <ac:chgData name="Sara Ebrahimkhani" userId="31d3ff1a-0aa9-4b17-a9ab-734bf788e67a" providerId="ADAL" clId="{0CBBD2FD-3EE9-46E4-9FC6-B1CF95382FAE}" dt="2024-10-01T20:13:51.484" v="557"/>
          <ac:spMkLst>
            <pc:docMk/>
            <pc:sldMk cId="2227156721" sldId="258"/>
            <ac:spMk id="12" creationId="{E837008D-91A9-3F8D-8D08-E49D5F5816C5}"/>
          </ac:spMkLst>
        </pc:spChg>
        <pc:spChg chg="add mod">
          <ac:chgData name="Sara Ebrahimkhani" userId="31d3ff1a-0aa9-4b17-a9ab-734bf788e67a" providerId="ADAL" clId="{0CBBD2FD-3EE9-46E4-9FC6-B1CF95382FAE}" dt="2024-10-01T20:37:21.413" v="985" actId="1038"/>
          <ac:spMkLst>
            <pc:docMk/>
            <pc:sldMk cId="2227156721" sldId="258"/>
            <ac:spMk id="49" creationId="{BAB8B38D-4D6B-FDFA-0BA9-6684B6AB6A22}"/>
          </ac:spMkLst>
        </pc:spChg>
        <pc:spChg chg="add mod">
          <ac:chgData name="Sara Ebrahimkhani" userId="31d3ff1a-0aa9-4b17-a9ab-734bf788e67a" providerId="ADAL" clId="{0CBBD2FD-3EE9-46E4-9FC6-B1CF95382FAE}" dt="2024-10-01T20:37:21.413" v="985" actId="1038"/>
          <ac:spMkLst>
            <pc:docMk/>
            <pc:sldMk cId="2227156721" sldId="258"/>
            <ac:spMk id="50" creationId="{7F4ED641-5C8B-58CE-E2FC-40D5B4DD0794}"/>
          </ac:spMkLst>
        </pc:spChg>
        <pc:spChg chg="add del mod">
          <ac:chgData name="Sara Ebrahimkhani" userId="31d3ff1a-0aa9-4b17-a9ab-734bf788e67a" providerId="ADAL" clId="{0CBBD2FD-3EE9-46E4-9FC6-B1CF95382FAE}" dt="2024-10-01T20:57:54.681" v="1166" actId="478"/>
          <ac:spMkLst>
            <pc:docMk/>
            <pc:sldMk cId="2227156721" sldId="258"/>
            <ac:spMk id="55" creationId="{047BCF3E-2184-55A4-7E96-09CC25E57D59}"/>
          </ac:spMkLst>
        </pc:spChg>
        <pc:spChg chg="add del mod">
          <ac:chgData name="Sara Ebrahimkhani" userId="31d3ff1a-0aa9-4b17-a9ab-734bf788e67a" providerId="ADAL" clId="{0CBBD2FD-3EE9-46E4-9FC6-B1CF95382FAE}" dt="2024-10-01T20:57:57.325" v="1168" actId="478"/>
          <ac:spMkLst>
            <pc:docMk/>
            <pc:sldMk cId="2227156721" sldId="258"/>
            <ac:spMk id="56" creationId="{6755CF34-2B0B-8FAA-DC95-B2A964A8E955}"/>
          </ac:spMkLst>
        </pc:spChg>
        <pc:spChg chg="add del mod topLvl">
          <ac:chgData name="Sara Ebrahimkhani" userId="31d3ff1a-0aa9-4b17-a9ab-734bf788e67a" providerId="ADAL" clId="{0CBBD2FD-3EE9-46E4-9FC6-B1CF95382FAE}" dt="2024-10-01T20:57:59.139" v="1169" actId="478"/>
          <ac:spMkLst>
            <pc:docMk/>
            <pc:sldMk cId="2227156721" sldId="258"/>
            <ac:spMk id="65" creationId="{FD699C79-6C0E-DCE2-DF2C-1189A5F89791}"/>
          </ac:spMkLst>
        </pc:spChg>
        <pc:spChg chg="add del mod">
          <ac:chgData name="Sara Ebrahimkhani" userId="31d3ff1a-0aa9-4b17-a9ab-734bf788e67a" providerId="ADAL" clId="{0CBBD2FD-3EE9-46E4-9FC6-B1CF95382FAE}" dt="2024-10-01T20:49:45.445" v="1076" actId="11529"/>
          <ac:spMkLst>
            <pc:docMk/>
            <pc:sldMk cId="2227156721" sldId="258"/>
            <ac:spMk id="66" creationId="{8574452C-768A-53BD-2597-EC55C6B5C3FE}"/>
          </ac:spMkLst>
        </pc:spChg>
        <pc:spChg chg="add del mod topLvl">
          <ac:chgData name="Sara Ebrahimkhani" userId="31d3ff1a-0aa9-4b17-a9ab-734bf788e67a" providerId="ADAL" clId="{0CBBD2FD-3EE9-46E4-9FC6-B1CF95382FAE}" dt="2024-10-01T20:52:36.746" v="1127" actId="478"/>
          <ac:spMkLst>
            <pc:docMk/>
            <pc:sldMk cId="2227156721" sldId="258"/>
            <ac:spMk id="67" creationId="{E2152389-E147-D84C-126B-E00CE88C137C}"/>
          </ac:spMkLst>
        </pc:spChg>
        <pc:spChg chg="add del">
          <ac:chgData name="Sara Ebrahimkhani" userId="31d3ff1a-0aa9-4b17-a9ab-734bf788e67a" providerId="ADAL" clId="{0CBBD2FD-3EE9-46E4-9FC6-B1CF95382FAE}" dt="2024-10-02T01:56:18.547" v="3004" actId="22"/>
          <ac:spMkLst>
            <pc:docMk/>
            <pc:sldMk cId="2227156721" sldId="258"/>
            <ac:spMk id="70" creationId="{11B9C637-8060-51B6-33CD-4B6DF42E1E70}"/>
          </ac:spMkLst>
        </pc:spChg>
        <pc:spChg chg="add mod">
          <ac:chgData name="Sara Ebrahimkhani" userId="31d3ff1a-0aa9-4b17-a9ab-734bf788e67a" providerId="ADAL" clId="{0CBBD2FD-3EE9-46E4-9FC6-B1CF95382FAE}" dt="2024-10-02T01:58:15" v="3043" actId="20577"/>
          <ac:spMkLst>
            <pc:docMk/>
            <pc:sldMk cId="2227156721" sldId="258"/>
            <ac:spMk id="71" creationId="{764A90B7-80C3-A80D-3FE4-7EE5162B01F9}"/>
          </ac:spMkLst>
        </pc:spChg>
        <pc:grpChg chg="add del mod">
          <ac:chgData name="Sara Ebrahimkhani" userId="31d3ff1a-0aa9-4b17-a9ab-734bf788e67a" providerId="ADAL" clId="{0CBBD2FD-3EE9-46E4-9FC6-B1CF95382FAE}" dt="2024-10-01T20:52:36.746" v="1127" actId="478"/>
          <ac:grpSpMkLst>
            <pc:docMk/>
            <pc:sldMk cId="2227156721" sldId="258"/>
            <ac:grpSpMk id="68" creationId="{0D4AF71F-47D5-9530-AA69-86A46DF1305D}"/>
          </ac:grpSpMkLst>
        </pc:grpChg>
        <pc:picChg chg="del">
          <ac:chgData name="Sara Ebrahimkhani" userId="31d3ff1a-0aa9-4b17-a9ab-734bf788e67a" providerId="ADAL" clId="{0CBBD2FD-3EE9-46E4-9FC6-B1CF95382FAE}" dt="2024-10-01T19:56:07.858" v="111" actId="478"/>
          <ac:picMkLst>
            <pc:docMk/>
            <pc:sldMk cId="2227156721" sldId="258"/>
            <ac:picMk id="7" creationId="{E60F97D9-00ED-36D8-EC73-EE30584F1F0A}"/>
          </ac:picMkLst>
        </pc:picChg>
        <pc:picChg chg="mod">
          <ac:chgData name="Sara Ebrahimkhani" userId="31d3ff1a-0aa9-4b17-a9ab-734bf788e67a" providerId="ADAL" clId="{0CBBD2FD-3EE9-46E4-9FC6-B1CF95382FAE}" dt="2024-10-01T20:37:21.413" v="985" actId="1038"/>
          <ac:picMkLst>
            <pc:docMk/>
            <pc:sldMk cId="2227156721" sldId="258"/>
            <ac:picMk id="11" creationId="{C3CEB9C8-DAED-003B-60EF-ABF15C174BDE}"/>
          </ac:picMkLst>
        </pc:picChg>
        <pc:cxnChg chg="add mod">
          <ac:chgData name="Sara Ebrahimkhani" userId="31d3ff1a-0aa9-4b17-a9ab-734bf788e67a" providerId="ADAL" clId="{0CBBD2FD-3EE9-46E4-9FC6-B1CF95382FAE}" dt="2024-10-01T20:37:21.413" v="985" actId="1038"/>
          <ac:cxnSpMkLst>
            <pc:docMk/>
            <pc:sldMk cId="2227156721" sldId="258"/>
            <ac:cxnSpMk id="14" creationId="{6B42F29A-4CC1-5D3B-ED73-66976F7EE304}"/>
          </ac:cxnSpMkLst>
        </pc:cxnChg>
        <pc:cxnChg chg="add mod">
          <ac:chgData name="Sara Ebrahimkhani" userId="31d3ff1a-0aa9-4b17-a9ab-734bf788e67a" providerId="ADAL" clId="{0CBBD2FD-3EE9-46E4-9FC6-B1CF95382FAE}" dt="2024-10-01T20:37:21.413" v="985" actId="1038"/>
          <ac:cxnSpMkLst>
            <pc:docMk/>
            <pc:sldMk cId="2227156721" sldId="258"/>
            <ac:cxnSpMk id="16" creationId="{F04D98C9-A9A7-FED5-FB23-81E69549EBB2}"/>
          </ac:cxnSpMkLst>
        </pc:cxnChg>
        <pc:cxnChg chg="add mod">
          <ac:chgData name="Sara Ebrahimkhani" userId="31d3ff1a-0aa9-4b17-a9ab-734bf788e67a" providerId="ADAL" clId="{0CBBD2FD-3EE9-46E4-9FC6-B1CF95382FAE}" dt="2024-10-01T20:37:21.413" v="985" actId="1038"/>
          <ac:cxnSpMkLst>
            <pc:docMk/>
            <pc:sldMk cId="2227156721" sldId="258"/>
            <ac:cxnSpMk id="18" creationId="{6AD217F1-5859-A1CF-BB82-2AA8B526762D}"/>
          </ac:cxnSpMkLst>
        </pc:cxnChg>
        <pc:cxnChg chg="add del mod">
          <ac:chgData name="Sara Ebrahimkhani" userId="31d3ff1a-0aa9-4b17-a9ab-734bf788e67a" providerId="ADAL" clId="{0CBBD2FD-3EE9-46E4-9FC6-B1CF95382FAE}" dt="2024-10-01T20:22:08.315" v="601" actId="11529"/>
          <ac:cxnSpMkLst>
            <pc:docMk/>
            <pc:sldMk cId="2227156721" sldId="258"/>
            <ac:cxnSpMk id="21" creationId="{C13B21B6-9E1F-A07A-6468-DA9A5ED27DA6}"/>
          </ac:cxnSpMkLst>
        </pc:cxnChg>
        <pc:cxnChg chg="add del mod">
          <ac:chgData name="Sara Ebrahimkhani" userId="31d3ff1a-0aa9-4b17-a9ab-734bf788e67a" providerId="ADAL" clId="{0CBBD2FD-3EE9-46E4-9FC6-B1CF95382FAE}" dt="2024-10-01T20:22:07.908" v="600" actId="11529"/>
          <ac:cxnSpMkLst>
            <pc:docMk/>
            <pc:sldMk cId="2227156721" sldId="258"/>
            <ac:cxnSpMk id="23" creationId="{E2EABDE3-94B8-0171-2B43-AF38C2A4E2FA}"/>
          </ac:cxnSpMkLst>
        </pc:cxnChg>
        <pc:cxnChg chg="add del mod">
          <ac:chgData name="Sara Ebrahimkhani" userId="31d3ff1a-0aa9-4b17-a9ab-734bf788e67a" providerId="ADAL" clId="{0CBBD2FD-3EE9-46E4-9FC6-B1CF95382FAE}" dt="2024-10-01T20:22:07.574" v="599" actId="11529"/>
          <ac:cxnSpMkLst>
            <pc:docMk/>
            <pc:sldMk cId="2227156721" sldId="258"/>
            <ac:cxnSpMk id="25" creationId="{EBDC4367-CD97-6B30-6915-896B5980D2D0}"/>
          </ac:cxnSpMkLst>
        </pc:cxnChg>
        <pc:cxnChg chg="add mod">
          <ac:chgData name="Sara Ebrahimkhani" userId="31d3ff1a-0aa9-4b17-a9ab-734bf788e67a" providerId="ADAL" clId="{0CBBD2FD-3EE9-46E4-9FC6-B1CF95382FAE}" dt="2024-10-01T20:37:21.413" v="985" actId="1038"/>
          <ac:cxnSpMkLst>
            <pc:docMk/>
            <pc:sldMk cId="2227156721" sldId="258"/>
            <ac:cxnSpMk id="27" creationId="{3CE188BE-BF7C-06F3-73AB-F530F4CEB85F}"/>
          </ac:cxnSpMkLst>
        </pc:cxnChg>
        <pc:cxnChg chg="add mod">
          <ac:chgData name="Sara Ebrahimkhani" userId="31d3ff1a-0aa9-4b17-a9ab-734bf788e67a" providerId="ADAL" clId="{0CBBD2FD-3EE9-46E4-9FC6-B1CF95382FAE}" dt="2024-10-01T20:37:21.413" v="985" actId="1038"/>
          <ac:cxnSpMkLst>
            <pc:docMk/>
            <pc:sldMk cId="2227156721" sldId="258"/>
            <ac:cxnSpMk id="29" creationId="{1C14E141-ED9E-3E53-BDCE-2A0F63FE0829}"/>
          </ac:cxnSpMkLst>
        </pc:cxnChg>
        <pc:cxnChg chg="add del mod">
          <ac:chgData name="Sara Ebrahimkhani" userId="31d3ff1a-0aa9-4b17-a9ab-734bf788e67a" providerId="ADAL" clId="{0CBBD2FD-3EE9-46E4-9FC6-B1CF95382FAE}" dt="2024-10-01T20:37:21.413" v="985" actId="1038"/>
          <ac:cxnSpMkLst>
            <pc:docMk/>
            <pc:sldMk cId="2227156721" sldId="258"/>
            <ac:cxnSpMk id="31" creationId="{3ECAB5B0-85A3-871F-8C3D-6B65A091033E}"/>
          </ac:cxnSpMkLst>
        </pc:cxnChg>
        <pc:cxnChg chg="add del mod">
          <ac:chgData name="Sara Ebrahimkhani" userId="31d3ff1a-0aa9-4b17-a9ab-734bf788e67a" providerId="ADAL" clId="{0CBBD2FD-3EE9-46E4-9FC6-B1CF95382FAE}" dt="2024-10-01T20:58:00.579" v="1170" actId="478"/>
          <ac:cxnSpMkLst>
            <pc:docMk/>
            <pc:sldMk cId="2227156721" sldId="258"/>
            <ac:cxnSpMk id="58" creationId="{A7E83452-C303-6A9A-5540-6C94C68ACD58}"/>
          </ac:cxnSpMkLst>
        </pc:cxnChg>
        <pc:cxnChg chg="add del mod">
          <ac:chgData name="Sara Ebrahimkhani" userId="31d3ff1a-0aa9-4b17-a9ab-734bf788e67a" providerId="ADAL" clId="{0CBBD2FD-3EE9-46E4-9FC6-B1CF95382FAE}" dt="2024-10-01T20:57:55.917" v="1167" actId="478"/>
          <ac:cxnSpMkLst>
            <pc:docMk/>
            <pc:sldMk cId="2227156721" sldId="258"/>
            <ac:cxnSpMk id="60" creationId="{4F09AA80-08A8-BD02-FE60-0CEF9EA0ED91}"/>
          </ac:cxnSpMkLst>
        </pc:cxnChg>
      </pc:sldChg>
      <pc:sldChg chg="addSp delSp modSp new del mod">
        <pc:chgData name="Sara Ebrahimkhani" userId="31d3ff1a-0aa9-4b17-a9ab-734bf788e67a" providerId="ADAL" clId="{0CBBD2FD-3EE9-46E4-9FC6-B1CF95382FAE}" dt="2024-10-01T23:14:27.561" v="1801" actId="47"/>
        <pc:sldMkLst>
          <pc:docMk/>
          <pc:sldMk cId="806884997" sldId="259"/>
        </pc:sldMkLst>
        <pc:spChg chg="add mod">
          <ac:chgData name="Sara Ebrahimkhani" userId="31d3ff1a-0aa9-4b17-a9ab-734bf788e67a" providerId="ADAL" clId="{0CBBD2FD-3EE9-46E4-9FC6-B1CF95382FAE}" dt="2024-10-01T22:52:00.802" v="1337" actId="6549"/>
          <ac:spMkLst>
            <pc:docMk/>
            <pc:sldMk cId="806884997" sldId="259"/>
            <ac:spMk id="2" creationId="{02E9B426-EDD4-2480-F212-7BE048586BFF}"/>
          </ac:spMkLst>
        </pc:spChg>
        <pc:spChg chg="add del">
          <ac:chgData name="Sara Ebrahimkhani" userId="31d3ff1a-0aa9-4b17-a9ab-734bf788e67a" providerId="ADAL" clId="{0CBBD2FD-3EE9-46E4-9FC6-B1CF95382FAE}" dt="2024-10-01T22:49:23.310" v="1312" actId="22"/>
          <ac:spMkLst>
            <pc:docMk/>
            <pc:sldMk cId="806884997" sldId="259"/>
            <ac:spMk id="4" creationId="{DCBA34A7-CB54-EDFB-D88C-8B08B47211FA}"/>
          </ac:spMkLst>
        </pc:spChg>
        <pc:spChg chg="add mod">
          <ac:chgData name="Sara Ebrahimkhani" userId="31d3ff1a-0aa9-4b17-a9ab-734bf788e67a" providerId="ADAL" clId="{0CBBD2FD-3EE9-46E4-9FC6-B1CF95382FAE}" dt="2024-10-01T22:52:14.196" v="1341" actId="14100"/>
          <ac:spMkLst>
            <pc:docMk/>
            <pc:sldMk cId="806884997" sldId="259"/>
            <ac:spMk id="5" creationId="{D21C523A-171C-AB1B-7D58-917F1B5D3173}"/>
          </ac:spMkLst>
        </pc:spChg>
        <pc:spChg chg="add mod">
          <ac:chgData name="Sara Ebrahimkhani" userId="31d3ff1a-0aa9-4b17-a9ab-734bf788e67a" providerId="ADAL" clId="{0CBBD2FD-3EE9-46E4-9FC6-B1CF95382FAE}" dt="2024-10-01T22:51:57.347" v="1335" actId="1076"/>
          <ac:spMkLst>
            <pc:docMk/>
            <pc:sldMk cId="806884997" sldId="259"/>
            <ac:spMk id="7" creationId="{FCAE4E9C-2387-FE06-C197-ED80E9BD5D5B}"/>
          </ac:spMkLst>
        </pc:spChg>
        <pc:spChg chg="add del mod">
          <ac:chgData name="Sara Ebrahimkhani" userId="31d3ff1a-0aa9-4b17-a9ab-734bf788e67a" providerId="ADAL" clId="{0CBBD2FD-3EE9-46E4-9FC6-B1CF95382FAE}" dt="2024-10-01T22:52:19.182" v="1342" actId="478"/>
          <ac:spMkLst>
            <pc:docMk/>
            <pc:sldMk cId="806884997" sldId="259"/>
            <ac:spMk id="8" creationId="{BDCF9F31-D745-109F-55A2-DB23B91C07F8}"/>
          </ac:spMkLst>
        </pc:spChg>
        <pc:spChg chg="add mod">
          <ac:chgData name="Sara Ebrahimkhani" userId="31d3ff1a-0aa9-4b17-a9ab-734bf788e67a" providerId="ADAL" clId="{0CBBD2FD-3EE9-46E4-9FC6-B1CF95382FAE}" dt="2024-10-01T22:52:23.854" v="1344" actId="1076"/>
          <ac:spMkLst>
            <pc:docMk/>
            <pc:sldMk cId="806884997" sldId="259"/>
            <ac:spMk id="9" creationId="{9C11CFE4-AAE5-D156-65D1-B52C3607400F}"/>
          </ac:spMkLst>
        </pc:spChg>
      </pc:sldChg>
      <pc:sldChg chg="addSp modSp add mod ord modAnim modNotesTx">
        <pc:chgData name="Sara Ebrahimkhani" userId="31d3ff1a-0aa9-4b17-a9ab-734bf788e67a" providerId="ADAL" clId="{0CBBD2FD-3EE9-46E4-9FC6-B1CF95382FAE}" dt="2024-10-02T22:58:21.503" v="4255"/>
        <pc:sldMkLst>
          <pc:docMk/>
          <pc:sldMk cId="2960206205" sldId="260"/>
        </pc:sldMkLst>
        <pc:spChg chg="add mod">
          <ac:chgData name="Sara Ebrahimkhani" userId="31d3ff1a-0aa9-4b17-a9ab-734bf788e67a" providerId="ADAL" clId="{0CBBD2FD-3EE9-46E4-9FC6-B1CF95382FAE}" dt="2024-10-02T02:01:46.060" v="3111" actId="20577"/>
          <ac:spMkLst>
            <pc:docMk/>
            <pc:sldMk cId="2960206205" sldId="260"/>
            <ac:spMk id="7" creationId="{635D1C19-5A8A-4463-176F-5B6DCB449136}"/>
          </ac:spMkLst>
        </pc:spChg>
        <pc:spChg chg="add mod">
          <ac:chgData name="Sara Ebrahimkhani" userId="31d3ff1a-0aa9-4b17-a9ab-734bf788e67a" providerId="ADAL" clId="{0CBBD2FD-3EE9-46E4-9FC6-B1CF95382FAE}" dt="2024-10-02T22:29:25.483" v="4243" actId="1037"/>
          <ac:spMkLst>
            <pc:docMk/>
            <pc:sldMk cId="2960206205" sldId="260"/>
            <ac:spMk id="12" creationId="{0F0D84D4-EE3D-9FB5-52A7-AA0DAF122269}"/>
          </ac:spMkLst>
        </pc:spChg>
      </pc:sldChg>
      <pc:sldChg chg="addSp delSp modSp new mod ord modShow modNotesTx">
        <pc:chgData name="Sara Ebrahimkhani" userId="31d3ff1a-0aa9-4b17-a9ab-734bf788e67a" providerId="ADAL" clId="{0CBBD2FD-3EE9-46E4-9FC6-B1CF95382FAE}" dt="2024-10-03T21:20:23.404" v="4789" actId="729"/>
        <pc:sldMkLst>
          <pc:docMk/>
          <pc:sldMk cId="3252920497" sldId="261"/>
        </pc:sldMkLst>
        <pc:spChg chg="add del">
          <ac:chgData name="Sara Ebrahimkhani" userId="31d3ff1a-0aa9-4b17-a9ab-734bf788e67a" providerId="ADAL" clId="{0CBBD2FD-3EE9-46E4-9FC6-B1CF95382FAE}" dt="2024-10-01T22:50:54.130" v="1315" actId="478"/>
          <ac:spMkLst>
            <pc:docMk/>
            <pc:sldMk cId="3252920497" sldId="261"/>
            <ac:spMk id="2" creationId="{8CD48918-5480-6057-C878-EF6E1EF58664}"/>
          </ac:spMkLst>
        </pc:spChg>
        <pc:spChg chg="add del mod">
          <ac:chgData name="Sara Ebrahimkhani" userId="31d3ff1a-0aa9-4b17-a9ab-734bf788e67a" providerId="ADAL" clId="{0CBBD2FD-3EE9-46E4-9FC6-B1CF95382FAE}" dt="2024-10-01T22:53:35.342" v="1372" actId="478"/>
          <ac:spMkLst>
            <pc:docMk/>
            <pc:sldMk cId="3252920497" sldId="261"/>
            <ac:spMk id="3" creationId="{D758831B-E5A7-CF90-2512-B9DC2A40C6CC}"/>
          </ac:spMkLst>
        </pc:spChg>
        <pc:spChg chg="add del">
          <ac:chgData name="Sara Ebrahimkhani" userId="31d3ff1a-0aa9-4b17-a9ab-734bf788e67a" providerId="ADAL" clId="{0CBBD2FD-3EE9-46E4-9FC6-B1CF95382FAE}" dt="2024-10-01T22:52:53.082" v="1352" actId="11529"/>
          <ac:spMkLst>
            <pc:docMk/>
            <pc:sldMk cId="3252920497" sldId="261"/>
            <ac:spMk id="4" creationId="{C6CE36CC-90B2-06B9-2028-9DDBFDE908BB}"/>
          </ac:spMkLst>
        </pc:spChg>
        <pc:spChg chg="add del mod">
          <ac:chgData name="Sara Ebrahimkhani" userId="31d3ff1a-0aa9-4b17-a9ab-734bf788e67a" providerId="ADAL" clId="{0CBBD2FD-3EE9-46E4-9FC6-B1CF95382FAE}" dt="2024-10-01T22:53:35.342" v="1372" actId="478"/>
          <ac:spMkLst>
            <pc:docMk/>
            <pc:sldMk cId="3252920497" sldId="261"/>
            <ac:spMk id="5" creationId="{119980DA-1147-E5AC-5163-773B77CC48FD}"/>
          </ac:spMkLst>
        </pc:spChg>
        <pc:spChg chg="add mod ord">
          <ac:chgData name="Sara Ebrahimkhani" userId="31d3ff1a-0aa9-4b17-a9ab-734bf788e67a" providerId="ADAL" clId="{0CBBD2FD-3EE9-46E4-9FC6-B1CF95382FAE}" dt="2024-10-02T02:15:54.322" v="3252" actId="208"/>
          <ac:spMkLst>
            <pc:docMk/>
            <pc:sldMk cId="3252920497" sldId="261"/>
            <ac:spMk id="6" creationId="{A10A412B-4F0F-F36C-A680-D4785FF72627}"/>
          </ac:spMkLst>
        </pc:spChg>
        <pc:spChg chg="add mod">
          <ac:chgData name="Sara Ebrahimkhani" userId="31d3ff1a-0aa9-4b17-a9ab-734bf788e67a" providerId="ADAL" clId="{0CBBD2FD-3EE9-46E4-9FC6-B1CF95382FAE}" dt="2024-10-02T02:17:40.778" v="3284" actId="208"/>
          <ac:spMkLst>
            <pc:docMk/>
            <pc:sldMk cId="3252920497" sldId="261"/>
            <ac:spMk id="7" creationId="{28375418-C8A2-4E39-E1E6-FBFAFD1D7219}"/>
          </ac:spMkLst>
        </pc:spChg>
        <pc:spChg chg="add mod">
          <ac:chgData name="Sara Ebrahimkhani" userId="31d3ff1a-0aa9-4b17-a9ab-734bf788e67a" providerId="ADAL" clId="{0CBBD2FD-3EE9-46E4-9FC6-B1CF95382FAE}" dt="2024-10-01T23:13:13.201" v="1785" actId="403"/>
          <ac:spMkLst>
            <pc:docMk/>
            <pc:sldMk cId="3252920497" sldId="261"/>
            <ac:spMk id="9" creationId="{A890BCCC-C4AA-AF22-23BD-910240158ED1}"/>
          </ac:spMkLst>
        </pc:spChg>
        <pc:spChg chg="add mod">
          <ac:chgData name="Sara Ebrahimkhani" userId="31d3ff1a-0aa9-4b17-a9ab-734bf788e67a" providerId="ADAL" clId="{0CBBD2FD-3EE9-46E4-9FC6-B1CF95382FAE}" dt="2024-10-01T23:29:12.719" v="2065" actId="1037"/>
          <ac:spMkLst>
            <pc:docMk/>
            <pc:sldMk cId="3252920497" sldId="261"/>
            <ac:spMk id="10" creationId="{813298B1-36A9-8979-3853-D20635F8D413}"/>
          </ac:spMkLst>
        </pc:spChg>
        <pc:spChg chg="add mod">
          <ac:chgData name="Sara Ebrahimkhani" userId="31d3ff1a-0aa9-4b17-a9ab-734bf788e67a" providerId="ADAL" clId="{0CBBD2FD-3EE9-46E4-9FC6-B1CF95382FAE}" dt="2024-10-02T02:15:38.048" v="3249" actId="1037"/>
          <ac:spMkLst>
            <pc:docMk/>
            <pc:sldMk cId="3252920497" sldId="261"/>
            <ac:spMk id="11" creationId="{921BFD40-0AE5-8817-C93E-EF8C2BD21627}"/>
          </ac:spMkLst>
        </pc:spChg>
        <pc:spChg chg="mod">
          <ac:chgData name="Sara Ebrahimkhani" userId="31d3ff1a-0aa9-4b17-a9ab-734bf788e67a" providerId="ADAL" clId="{0CBBD2FD-3EE9-46E4-9FC6-B1CF95382FAE}" dt="2024-10-02T02:17:48.377" v="3286" actId="208"/>
          <ac:spMkLst>
            <pc:docMk/>
            <pc:sldMk cId="3252920497" sldId="261"/>
            <ac:spMk id="14" creationId="{C84CAEE3-3C40-6DB3-9946-4291E1D178CA}"/>
          </ac:spMkLst>
        </pc:spChg>
        <pc:spChg chg="mod">
          <ac:chgData name="Sara Ebrahimkhani" userId="31d3ff1a-0aa9-4b17-a9ab-734bf788e67a" providerId="ADAL" clId="{0CBBD2FD-3EE9-46E4-9FC6-B1CF95382FAE}" dt="2024-10-02T02:15:58.303" v="3254" actId="208"/>
          <ac:spMkLst>
            <pc:docMk/>
            <pc:sldMk cId="3252920497" sldId="261"/>
            <ac:spMk id="15" creationId="{17ED69C9-B9B5-ED2A-0DB9-B9D7D81CCA80}"/>
          </ac:spMkLst>
        </pc:spChg>
        <pc:spChg chg="add mod">
          <ac:chgData name="Sara Ebrahimkhani" userId="31d3ff1a-0aa9-4b17-a9ab-734bf788e67a" providerId="ADAL" clId="{0CBBD2FD-3EE9-46E4-9FC6-B1CF95382FAE}" dt="2024-10-01T23:13:13.201" v="1785" actId="403"/>
          <ac:spMkLst>
            <pc:docMk/>
            <pc:sldMk cId="3252920497" sldId="261"/>
            <ac:spMk id="16" creationId="{99EAB9A6-9908-3648-1B1B-1E30405EFA00}"/>
          </ac:spMkLst>
        </pc:spChg>
        <pc:spChg chg="mod">
          <ac:chgData name="Sara Ebrahimkhani" userId="31d3ff1a-0aa9-4b17-a9ab-734bf788e67a" providerId="ADAL" clId="{0CBBD2FD-3EE9-46E4-9FC6-B1CF95382FAE}" dt="2024-10-01T23:00:36.457" v="1504"/>
          <ac:spMkLst>
            <pc:docMk/>
            <pc:sldMk cId="3252920497" sldId="261"/>
            <ac:spMk id="18" creationId="{59DB8BD6-C462-E23F-E9A5-50DF869F93AC}"/>
          </ac:spMkLst>
        </pc:spChg>
        <pc:spChg chg="mod">
          <ac:chgData name="Sara Ebrahimkhani" userId="31d3ff1a-0aa9-4b17-a9ab-734bf788e67a" providerId="ADAL" clId="{0CBBD2FD-3EE9-46E4-9FC6-B1CF95382FAE}" dt="2024-10-01T23:00:36.457" v="1504"/>
          <ac:spMkLst>
            <pc:docMk/>
            <pc:sldMk cId="3252920497" sldId="261"/>
            <ac:spMk id="19" creationId="{E8A9FD6F-EDAA-682B-85E5-40005F032D27}"/>
          </ac:spMkLst>
        </pc:spChg>
        <pc:spChg chg="add del mod">
          <ac:chgData name="Sara Ebrahimkhani" userId="31d3ff1a-0aa9-4b17-a9ab-734bf788e67a" providerId="ADAL" clId="{0CBBD2FD-3EE9-46E4-9FC6-B1CF95382FAE}" dt="2024-10-01T23:00:48.419" v="1508" actId="478"/>
          <ac:spMkLst>
            <pc:docMk/>
            <pc:sldMk cId="3252920497" sldId="261"/>
            <ac:spMk id="20" creationId="{4EE33768-CD94-F759-D433-8E3D2DB7F268}"/>
          </ac:spMkLst>
        </pc:spChg>
        <pc:spChg chg="add del mod">
          <ac:chgData name="Sara Ebrahimkhani" userId="31d3ff1a-0aa9-4b17-a9ab-734bf788e67a" providerId="ADAL" clId="{0CBBD2FD-3EE9-46E4-9FC6-B1CF95382FAE}" dt="2024-10-01T23:00:48.419" v="1508" actId="478"/>
          <ac:spMkLst>
            <pc:docMk/>
            <pc:sldMk cId="3252920497" sldId="261"/>
            <ac:spMk id="21" creationId="{BF968A36-2AB4-3BAE-C691-B348A8E03CB6}"/>
          </ac:spMkLst>
        </pc:spChg>
        <pc:spChg chg="mod">
          <ac:chgData name="Sara Ebrahimkhani" userId="31d3ff1a-0aa9-4b17-a9ab-734bf788e67a" providerId="ADAL" clId="{0CBBD2FD-3EE9-46E4-9FC6-B1CF95382FAE}" dt="2024-10-02T02:17:59.207" v="3292" actId="208"/>
          <ac:spMkLst>
            <pc:docMk/>
            <pc:sldMk cId="3252920497" sldId="261"/>
            <ac:spMk id="23" creationId="{647C2FCE-5E96-A445-3954-4D5B4FB165DD}"/>
          </ac:spMkLst>
        </pc:spChg>
        <pc:spChg chg="mod">
          <ac:chgData name="Sara Ebrahimkhani" userId="31d3ff1a-0aa9-4b17-a9ab-734bf788e67a" providerId="ADAL" clId="{0CBBD2FD-3EE9-46E4-9FC6-B1CF95382FAE}" dt="2024-10-02T02:16:10.374" v="3261" actId="208"/>
          <ac:spMkLst>
            <pc:docMk/>
            <pc:sldMk cId="3252920497" sldId="261"/>
            <ac:spMk id="24" creationId="{0D02C043-ECE3-55C8-C088-B62902882FDA}"/>
          </ac:spMkLst>
        </pc:spChg>
        <pc:spChg chg="add mod">
          <ac:chgData name="Sara Ebrahimkhani" userId="31d3ff1a-0aa9-4b17-a9ab-734bf788e67a" providerId="ADAL" clId="{0CBBD2FD-3EE9-46E4-9FC6-B1CF95382FAE}" dt="2024-10-01T23:13:13.201" v="1785" actId="403"/>
          <ac:spMkLst>
            <pc:docMk/>
            <pc:sldMk cId="3252920497" sldId="261"/>
            <ac:spMk id="25" creationId="{3CA6143F-EAD5-B27C-4464-F40A3E0E4C70}"/>
          </ac:spMkLst>
        </pc:spChg>
        <pc:spChg chg="add mod">
          <ac:chgData name="Sara Ebrahimkhani" userId="31d3ff1a-0aa9-4b17-a9ab-734bf788e67a" providerId="ADAL" clId="{0CBBD2FD-3EE9-46E4-9FC6-B1CF95382FAE}" dt="2024-10-01T23:13:13.201" v="1785" actId="403"/>
          <ac:spMkLst>
            <pc:docMk/>
            <pc:sldMk cId="3252920497" sldId="261"/>
            <ac:spMk id="26" creationId="{8531EF9A-2DAA-753F-ED77-F41D1187AC9F}"/>
          </ac:spMkLst>
        </pc:spChg>
        <pc:spChg chg="mod">
          <ac:chgData name="Sara Ebrahimkhani" userId="31d3ff1a-0aa9-4b17-a9ab-734bf788e67a" providerId="ADAL" clId="{0CBBD2FD-3EE9-46E4-9FC6-B1CF95382FAE}" dt="2024-10-01T23:01:35.727" v="1520"/>
          <ac:spMkLst>
            <pc:docMk/>
            <pc:sldMk cId="3252920497" sldId="261"/>
            <ac:spMk id="28" creationId="{6548FB2F-307C-67BD-66A5-F2A38F0ADAB9}"/>
          </ac:spMkLst>
        </pc:spChg>
        <pc:spChg chg="mod">
          <ac:chgData name="Sara Ebrahimkhani" userId="31d3ff1a-0aa9-4b17-a9ab-734bf788e67a" providerId="ADAL" clId="{0CBBD2FD-3EE9-46E4-9FC6-B1CF95382FAE}" dt="2024-10-01T23:01:35.727" v="1520"/>
          <ac:spMkLst>
            <pc:docMk/>
            <pc:sldMk cId="3252920497" sldId="261"/>
            <ac:spMk id="29" creationId="{191ECCCE-353A-5F57-52EA-D8E36EB78C13}"/>
          </ac:spMkLst>
        </pc:spChg>
        <pc:spChg chg="add mod">
          <ac:chgData name="Sara Ebrahimkhani" userId="31d3ff1a-0aa9-4b17-a9ab-734bf788e67a" providerId="ADAL" clId="{0CBBD2FD-3EE9-46E4-9FC6-B1CF95382FAE}" dt="2024-10-01T23:01:35.727" v="1520"/>
          <ac:spMkLst>
            <pc:docMk/>
            <pc:sldMk cId="3252920497" sldId="261"/>
            <ac:spMk id="30" creationId="{A3E34751-065D-58A1-2BE9-14B76A5B1527}"/>
          </ac:spMkLst>
        </pc:spChg>
        <pc:spChg chg="add mod">
          <ac:chgData name="Sara Ebrahimkhani" userId="31d3ff1a-0aa9-4b17-a9ab-734bf788e67a" providerId="ADAL" clId="{0CBBD2FD-3EE9-46E4-9FC6-B1CF95382FAE}" dt="2024-10-01T23:01:35.727" v="1520"/>
          <ac:spMkLst>
            <pc:docMk/>
            <pc:sldMk cId="3252920497" sldId="261"/>
            <ac:spMk id="31" creationId="{7E563E15-6D76-832C-CB80-1CAB9CAF1F75}"/>
          </ac:spMkLst>
        </pc:spChg>
        <pc:spChg chg="mod">
          <ac:chgData name="Sara Ebrahimkhani" userId="31d3ff1a-0aa9-4b17-a9ab-734bf788e67a" providerId="ADAL" clId="{0CBBD2FD-3EE9-46E4-9FC6-B1CF95382FAE}" dt="2024-10-02T02:17:55.982" v="3290" actId="208"/>
          <ac:spMkLst>
            <pc:docMk/>
            <pc:sldMk cId="3252920497" sldId="261"/>
            <ac:spMk id="33" creationId="{317FFBB1-5873-0B16-C9B6-DB6A7E760AD4}"/>
          </ac:spMkLst>
        </pc:spChg>
        <pc:spChg chg="mod">
          <ac:chgData name="Sara Ebrahimkhani" userId="31d3ff1a-0aa9-4b17-a9ab-734bf788e67a" providerId="ADAL" clId="{0CBBD2FD-3EE9-46E4-9FC6-B1CF95382FAE}" dt="2024-10-02T02:16:05.074" v="3258" actId="208"/>
          <ac:spMkLst>
            <pc:docMk/>
            <pc:sldMk cId="3252920497" sldId="261"/>
            <ac:spMk id="34" creationId="{531895D1-781A-A1C7-933C-EDCD9903011D}"/>
          </ac:spMkLst>
        </pc:spChg>
        <pc:spChg chg="add mod">
          <ac:chgData name="Sara Ebrahimkhani" userId="31d3ff1a-0aa9-4b17-a9ab-734bf788e67a" providerId="ADAL" clId="{0CBBD2FD-3EE9-46E4-9FC6-B1CF95382FAE}" dt="2024-10-02T01:46:27.962" v="2909" actId="1035"/>
          <ac:spMkLst>
            <pc:docMk/>
            <pc:sldMk cId="3252920497" sldId="261"/>
            <ac:spMk id="35" creationId="{ECB81CBE-6C44-31A0-8F1F-6E2BF8081A3A}"/>
          </ac:spMkLst>
        </pc:spChg>
        <pc:spChg chg="add mod">
          <ac:chgData name="Sara Ebrahimkhani" userId="31d3ff1a-0aa9-4b17-a9ab-734bf788e67a" providerId="ADAL" clId="{0CBBD2FD-3EE9-46E4-9FC6-B1CF95382FAE}" dt="2024-10-01T23:13:13.201" v="1785" actId="403"/>
          <ac:spMkLst>
            <pc:docMk/>
            <pc:sldMk cId="3252920497" sldId="261"/>
            <ac:spMk id="36" creationId="{580E372C-0964-66A4-F157-0B69423F1C09}"/>
          </ac:spMkLst>
        </pc:spChg>
        <pc:spChg chg="mod">
          <ac:chgData name="Sara Ebrahimkhani" userId="31d3ff1a-0aa9-4b17-a9ab-734bf788e67a" providerId="ADAL" clId="{0CBBD2FD-3EE9-46E4-9FC6-B1CF95382FAE}" dt="2024-10-02T02:18:04.917" v="3294" actId="208"/>
          <ac:spMkLst>
            <pc:docMk/>
            <pc:sldMk cId="3252920497" sldId="261"/>
            <ac:spMk id="38" creationId="{620611B3-30C5-8394-C39A-58DFBC095223}"/>
          </ac:spMkLst>
        </pc:spChg>
        <pc:spChg chg="mod">
          <ac:chgData name="Sara Ebrahimkhani" userId="31d3ff1a-0aa9-4b17-a9ab-734bf788e67a" providerId="ADAL" clId="{0CBBD2FD-3EE9-46E4-9FC6-B1CF95382FAE}" dt="2024-10-02T02:16:13.284" v="3263" actId="208"/>
          <ac:spMkLst>
            <pc:docMk/>
            <pc:sldMk cId="3252920497" sldId="261"/>
            <ac:spMk id="39" creationId="{FDA0A6B5-1D37-0E8A-7659-3913422B8ECA}"/>
          </ac:spMkLst>
        </pc:spChg>
        <pc:spChg chg="add mod">
          <ac:chgData name="Sara Ebrahimkhani" userId="31d3ff1a-0aa9-4b17-a9ab-734bf788e67a" providerId="ADAL" clId="{0CBBD2FD-3EE9-46E4-9FC6-B1CF95382FAE}" dt="2024-10-01T23:18:12.836" v="1885" actId="20577"/>
          <ac:spMkLst>
            <pc:docMk/>
            <pc:sldMk cId="3252920497" sldId="261"/>
            <ac:spMk id="40" creationId="{1F915035-1D6E-6B96-E77A-0700AE28AE34}"/>
          </ac:spMkLst>
        </pc:spChg>
        <pc:spChg chg="add mod">
          <ac:chgData name="Sara Ebrahimkhani" userId="31d3ff1a-0aa9-4b17-a9ab-734bf788e67a" providerId="ADAL" clId="{0CBBD2FD-3EE9-46E4-9FC6-B1CF95382FAE}" dt="2024-10-01T23:22:01.674" v="1890" actId="20577"/>
          <ac:spMkLst>
            <pc:docMk/>
            <pc:sldMk cId="3252920497" sldId="261"/>
            <ac:spMk id="41" creationId="{61CE6C43-B002-D6C3-4C62-60B1208BEC41}"/>
          </ac:spMkLst>
        </pc:spChg>
        <pc:spChg chg="add mod">
          <ac:chgData name="Sara Ebrahimkhani" userId="31d3ff1a-0aa9-4b17-a9ab-734bf788e67a" providerId="ADAL" clId="{0CBBD2FD-3EE9-46E4-9FC6-B1CF95382FAE}" dt="2024-10-01T23:18:05.037" v="1872" actId="20577"/>
          <ac:spMkLst>
            <pc:docMk/>
            <pc:sldMk cId="3252920497" sldId="261"/>
            <ac:spMk id="43" creationId="{AC691DE9-56F4-E527-3905-5D68008BF88B}"/>
          </ac:spMkLst>
        </pc:spChg>
        <pc:spChg chg="add mod">
          <ac:chgData name="Sara Ebrahimkhani" userId="31d3ff1a-0aa9-4b17-a9ab-734bf788e67a" providerId="ADAL" clId="{0CBBD2FD-3EE9-46E4-9FC6-B1CF95382FAE}" dt="2024-10-01T23:15:15.636" v="1805"/>
          <ac:spMkLst>
            <pc:docMk/>
            <pc:sldMk cId="3252920497" sldId="261"/>
            <ac:spMk id="49" creationId="{B50AB1C8-3791-C5DD-4E57-E8FD0D5DBCCE}"/>
          </ac:spMkLst>
        </pc:spChg>
        <pc:spChg chg="mod">
          <ac:chgData name="Sara Ebrahimkhani" userId="31d3ff1a-0aa9-4b17-a9ab-734bf788e67a" providerId="ADAL" clId="{0CBBD2FD-3EE9-46E4-9FC6-B1CF95382FAE}" dt="2024-10-01T23:36:15.091" v="2291" actId="1036"/>
          <ac:spMkLst>
            <pc:docMk/>
            <pc:sldMk cId="3252920497" sldId="261"/>
            <ac:spMk id="52" creationId="{6D54F662-E517-E0F4-EFD3-D694CEBC7387}"/>
          </ac:spMkLst>
        </pc:spChg>
        <pc:spChg chg="mod">
          <ac:chgData name="Sara Ebrahimkhani" userId="31d3ff1a-0aa9-4b17-a9ab-734bf788e67a" providerId="ADAL" clId="{0CBBD2FD-3EE9-46E4-9FC6-B1CF95382FAE}" dt="2024-10-01T23:15:19.308" v="1806"/>
          <ac:spMkLst>
            <pc:docMk/>
            <pc:sldMk cId="3252920497" sldId="261"/>
            <ac:spMk id="53" creationId="{6E9A5A08-0BC7-A779-C609-DE71BD743E1B}"/>
          </ac:spMkLst>
        </pc:spChg>
        <pc:spChg chg="add del mod">
          <ac:chgData name="Sara Ebrahimkhani" userId="31d3ff1a-0aa9-4b17-a9ab-734bf788e67a" providerId="ADAL" clId="{0CBBD2FD-3EE9-46E4-9FC6-B1CF95382FAE}" dt="2024-10-01T23:36:17.128" v="2292" actId="1035"/>
          <ac:spMkLst>
            <pc:docMk/>
            <pc:sldMk cId="3252920497" sldId="261"/>
            <ac:spMk id="54" creationId="{1E9344C1-C85D-E396-8D3E-2E940116AF84}"/>
          </ac:spMkLst>
        </pc:spChg>
        <pc:spChg chg="mod">
          <ac:chgData name="Sara Ebrahimkhani" userId="31d3ff1a-0aa9-4b17-a9ab-734bf788e67a" providerId="ADAL" clId="{0CBBD2FD-3EE9-46E4-9FC6-B1CF95382FAE}" dt="2024-10-02T02:17:52.770" v="3288" actId="208"/>
          <ac:spMkLst>
            <pc:docMk/>
            <pc:sldMk cId="3252920497" sldId="261"/>
            <ac:spMk id="55" creationId="{CEC5B692-E0FD-7273-852C-BE4A3A03D714}"/>
          </ac:spMkLst>
        </pc:spChg>
        <pc:spChg chg="mod">
          <ac:chgData name="Sara Ebrahimkhani" userId="31d3ff1a-0aa9-4b17-a9ab-734bf788e67a" providerId="ADAL" clId="{0CBBD2FD-3EE9-46E4-9FC6-B1CF95382FAE}" dt="2024-10-02T02:16:01.723" v="3256" actId="208"/>
          <ac:spMkLst>
            <pc:docMk/>
            <pc:sldMk cId="3252920497" sldId="261"/>
            <ac:spMk id="56" creationId="{E304E40C-DB42-3329-E769-E75DD7E94B4F}"/>
          </ac:spMkLst>
        </pc:spChg>
        <pc:spChg chg="add mod">
          <ac:chgData name="Sara Ebrahimkhani" userId="31d3ff1a-0aa9-4b17-a9ab-734bf788e67a" providerId="ADAL" clId="{0CBBD2FD-3EE9-46E4-9FC6-B1CF95382FAE}" dt="2024-10-01T23:28:11.988" v="1982"/>
          <ac:spMkLst>
            <pc:docMk/>
            <pc:sldMk cId="3252920497" sldId="261"/>
            <ac:spMk id="57" creationId="{5A7D53DD-C9A1-41A4-D5DC-22711A1EEA10}"/>
          </ac:spMkLst>
        </pc:spChg>
        <pc:spChg chg="add mod">
          <ac:chgData name="Sara Ebrahimkhani" userId="31d3ff1a-0aa9-4b17-a9ab-734bf788e67a" providerId="ADAL" clId="{0CBBD2FD-3EE9-46E4-9FC6-B1CF95382FAE}" dt="2024-10-01T23:28:53.200" v="2056" actId="14100"/>
          <ac:spMkLst>
            <pc:docMk/>
            <pc:sldMk cId="3252920497" sldId="261"/>
            <ac:spMk id="58" creationId="{4BA354F7-D95F-CCE5-32E2-97BA34D95413}"/>
          </ac:spMkLst>
        </pc:spChg>
        <pc:spChg chg="add mod">
          <ac:chgData name="Sara Ebrahimkhani" userId="31d3ff1a-0aa9-4b17-a9ab-734bf788e67a" providerId="ADAL" clId="{0CBBD2FD-3EE9-46E4-9FC6-B1CF95382FAE}" dt="2024-10-02T02:01:22.055" v="3095" actId="20577"/>
          <ac:spMkLst>
            <pc:docMk/>
            <pc:sldMk cId="3252920497" sldId="261"/>
            <ac:spMk id="59" creationId="{9E57D8A1-9E74-FF77-4613-BEA30A2821A2}"/>
          </ac:spMkLst>
        </pc:spChg>
        <pc:grpChg chg="add mod">
          <ac:chgData name="Sara Ebrahimkhani" userId="31d3ff1a-0aa9-4b17-a9ab-734bf788e67a" providerId="ADAL" clId="{0CBBD2FD-3EE9-46E4-9FC6-B1CF95382FAE}" dt="2024-10-01T23:12:15.247" v="1717" actId="164"/>
          <ac:grpSpMkLst>
            <pc:docMk/>
            <pc:sldMk cId="3252920497" sldId="261"/>
            <ac:grpSpMk id="12" creationId="{4FAA3289-6B6F-4ABB-DEE0-C2F630DE48F1}"/>
          </ac:grpSpMkLst>
        </pc:grpChg>
        <pc:grpChg chg="add mod ord">
          <ac:chgData name="Sara Ebrahimkhani" userId="31d3ff1a-0aa9-4b17-a9ab-734bf788e67a" providerId="ADAL" clId="{0CBBD2FD-3EE9-46E4-9FC6-B1CF95382FAE}" dt="2024-10-01T23:12:11.590" v="1716" actId="164"/>
          <ac:grpSpMkLst>
            <pc:docMk/>
            <pc:sldMk cId="3252920497" sldId="261"/>
            <ac:grpSpMk id="13" creationId="{96333286-00FA-0EBF-9E5F-24FA005367D5}"/>
          </ac:grpSpMkLst>
        </pc:grpChg>
        <pc:grpChg chg="add del mod">
          <ac:chgData name="Sara Ebrahimkhani" userId="31d3ff1a-0aa9-4b17-a9ab-734bf788e67a" providerId="ADAL" clId="{0CBBD2FD-3EE9-46E4-9FC6-B1CF95382FAE}" dt="2024-10-01T23:00:48.419" v="1508" actId="478"/>
          <ac:grpSpMkLst>
            <pc:docMk/>
            <pc:sldMk cId="3252920497" sldId="261"/>
            <ac:grpSpMk id="17" creationId="{E12CB937-3639-0AB5-861C-3C809C2242DF}"/>
          </ac:grpSpMkLst>
        </pc:grpChg>
        <pc:grpChg chg="add mod">
          <ac:chgData name="Sara Ebrahimkhani" userId="31d3ff1a-0aa9-4b17-a9ab-734bf788e67a" providerId="ADAL" clId="{0CBBD2FD-3EE9-46E4-9FC6-B1CF95382FAE}" dt="2024-10-01T23:12:06.932" v="1715" actId="164"/>
          <ac:grpSpMkLst>
            <pc:docMk/>
            <pc:sldMk cId="3252920497" sldId="261"/>
            <ac:grpSpMk id="22" creationId="{7B1CD4ED-6281-EB54-4A62-F59123A9D0A2}"/>
          </ac:grpSpMkLst>
        </pc:grpChg>
        <pc:grpChg chg="add mod">
          <ac:chgData name="Sara Ebrahimkhani" userId="31d3ff1a-0aa9-4b17-a9ab-734bf788e67a" providerId="ADAL" clId="{0CBBD2FD-3EE9-46E4-9FC6-B1CF95382FAE}" dt="2024-10-01T23:01:38.071" v="1522" actId="1076"/>
          <ac:grpSpMkLst>
            <pc:docMk/>
            <pc:sldMk cId="3252920497" sldId="261"/>
            <ac:grpSpMk id="27" creationId="{D631CAD3-2BCA-0BE5-4581-FAAB1ABD9593}"/>
          </ac:grpSpMkLst>
        </pc:grpChg>
        <pc:grpChg chg="add mod">
          <ac:chgData name="Sara Ebrahimkhani" userId="31d3ff1a-0aa9-4b17-a9ab-734bf788e67a" providerId="ADAL" clId="{0CBBD2FD-3EE9-46E4-9FC6-B1CF95382FAE}" dt="2024-10-01T23:12:18.156" v="1718" actId="164"/>
          <ac:grpSpMkLst>
            <pc:docMk/>
            <pc:sldMk cId="3252920497" sldId="261"/>
            <ac:grpSpMk id="32" creationId="{104AA7B2-7641-B202-8F3F-750C12B14E6D}"/>
          </ac:grpSpMkLst>
        </pc:grpChg>
        <pc:grpChg chg="add mod">
          <ac:chgData name="Sara Ebrahimkhani" userId="31d3ff1a-0aa9-4b17-a9ab-734bf788e67a" providerId="ADAL" clId="{0CBBD2FD-3EE9-46E4-9FC6-B1CF95382FAE}" dt="2024-10-01T23:12:26.172" v="1719" actId="164"/>
          <ac:grpSpMkLst>
            <pc:docMk/>
            <pc:sldMk cId="3252920497" sldId="261"/>
            <ac:grpSpMk id="37" creationId="{790E715D-C20F-729F-4338-2B8B74D202E2}"/>
          </ac:grpSpMkLst>
        </pc:grpChg>
        <pc:grpChg chg="add mod">
          <ac:chgData name="Sara Ebrahimkhani" userId="31d3ff1a-0aa9-4b17-a9ab-734bf788e67a" providerId="ADAL" clId="{0CBBD2FD-3EE9-46E4-9FC6-B1CF95382FAE}" dt="2024-10-01T23:15:51.175" v="1809" actId="1076"/>
          <ac:grpSpMkLst>
            <pc:docMk/>
            <pc:sldMk cId="3252920497" sldId="261"/>
            <ac:grpSpMk id="44" creationId="{F9E4BD65-FBF7-A37B-D2F7-3AFE78A40E29}"/>
          </ac:grpSpMkLst>
        </pc:grpChg>
        <pc:grpChg chg="add mod">
          <ac:chgData name="Sara Ebrahimkhani" userId="31d3ff1a-0aa9-4b17-a9ab-734bf788e67a" providerId="ADAL" clId="{0CBBD2FD-3EE9-46E4-9FC6-B1CF95382FAE}" dt="2024-10-01T23:16:16.947" v="1817" actId="1076"/>
          <ac:grpSpMkLst>
            <pc:docMk/>
            <pc:sldMk cId="3252920497" sldId="261"/>
            <ac:grpSpMk id="45" creationId="{9F5DFD67-CC9A-760D-6283-824925C0E751}"/>
          </ac:grpSpMkLst>
        </pc:grpChg>
        <pc:grpChg chg="add mod">
          <ac:chgData name="Sara Ebrahimkhani" userId="31d3ff1a-0aa9-4b17-a9ab-734bf788e67a" providerId="ADAL" clId="{0CBBD2FD-3EE9-46E4-9FC6-B1CF95382FAE}" dt="2024-10-01T23:13:26.187" v="1787" actId="14100"/>
          <ac:grpSpMkLst>
            <pc:docMk/>
            <pc:sldMk cId="3252920497" sldId="261"/>
            <ac:grpSpMk id="46" creationId="{FA956224-7238-6C8F-D30D-812B25AB44BB}"/>
          </ac:grpSpMkLst>
        </pc:grpChg>
        <pc:grpChg chg="add mod">
          <ac:chgData name="Sara Ebrahimkhani" userId="31d3ff1a-0aa9-4b17-a9ab-734bf788e67a" providerId="ADAL" clId="{0CBBD2FD-3EE9-46E4-9FC6-B1CF95382FAE}" dt="2024-10-01T23:16:13.962" v="1816" actId="1076"/>
          <ac:grpSpMkLst>
            <pc:docMk/>
            <pc:sldMk cId="3252920497" sldId="261"/>
            <ac:grpSpMk id="47" creationId="{E2FE51BD-FD68-B8CA-FB9F-4B00BD6E0F4A}"/>
          </ac:grpSpMkLst>
        </pc:grpChg>
        <pc:grpChg chg="add mod">
          <ac:chgData name="Sara Ebrahimkhani" userId="31d3ff1a-0aa9-4b17-a9ab-734bf788e67a" providerId="ADAL" clId="{0CBBD2FD-3EE9-46E4-9FC6-B1CF95382FAE}" dt="2024-10-01T23:15:45.017" v="1808" actId="1076"/>
          <ac:grpSpMkLst>
            <pc:docMk/>
            <pc:sldMk cId="3252920497" sldId="261"/>
            <ac:grpSpMk id="48" creationId="{BFD7064F-73B6-A568-51DA-CE0A1DAFADE1}"/>
          </ac:grpSpMkLst>
        </pc:grpChg>
        <pc:grpChg chg="add mod">
          <ac:chgData name="Sara Ebrahimkhani" userId="31d3ff1a-0aa9-4b17-a9ab-734bf788e67a" providerId="ADAL" clId="{0CBBD2FD-3EE9-46E4-9FC6-B1CF95382FAE}" dt="2024-10-01T23:16:22.640" v="1819" actId="1076"/>
          <ac:grpSpMkLst>
            <pc:docMk/>
            <pc:sldMk cId="3252920497" sldId="261"/>
            <ac:grpSpMk id="50" creationId="{F74965E1-50F1-D83C-C86B-8CD3D5C24317}"/>
          </ac:grpSpMkLst>
        </pc:grpChg>
        <pc:grpChg chg="mod">
          <ac:chgData name="Sara Ebrahimkhani" userId="31d3ff1a-0aa9-4b17-a9ab-734bf788e67a" providerId="ADAL" clId="{0CBBD2FD-3EE9-46E4-9FC6-B1CF95382FAE}" dt="2024-10-01T23:15:19.308" v="1806"/>
          <ac:grpSpMkLst>
            <pc:docMk/>
            <pc:sldMk cId="3252920497" sldId="261"/>
            <ac:grpSpMk id="51" creationId="{BB04D252-9CE2-F078-FC67-FD8A2D284779}"/>
          </ac:grpSpMkLst>
        </pc:grpChg>
      </pc:sldChg>
      <pc:sldChg chg="addSp delSp modSp add mod ord modShow modNotesTx">
        <pc:chgData name="Sara Ebrahimkhani" userId="31d3ff1a-0aa9-4b17-a9ab-734bf788e67a" providerId="ADAL" clId="{0CBBD2FD-3EE9-46E4-9FC6-B1CF95382FAE}" dt="2024-10-03T21:20:26.890" v="4790" actId="729"/>
        <pc:sldMkLst>
          <pc:docMk/>
          <pc:sldMk cId="264049667" sldId="262"/>
        </pc:sldMkLst>
        <pc:spChg chg="add mod">
          <ac:chgData name="Sara Ebrahimkhani" userId="31d3ff1a-0aa9-4b17-a9ab-734bf788e67a" providerId="ADAL" clId="{0CBBD2FD-3EE9-46E4-9FC6-B1CF95382FAE}" dt="2024-10-01T23:28:57.122" v="2057"/>
          <ac:spMkLst>
            <pc:docMk/>
            <pc:sldMk cId="264049667" sldId="262"/>
            <ac:spMk id="2" creationId="{2E19078B-D14A-7B64-E552-906A5DC33D85}"/>
          </ac:spMkLst>
        </pc:spChg>
        <pc:spChg chg="add mod">
          <ac:chgData name="Sara Ebrahimkhani" userId="31d3ff1a-0aa9-4b17-a9ab-734bf788e67a" providerId="ADAL" clId="{0CBBD2FD-3EE9-46E4-9FC6-B1CF95382FAE}" dt="2024-10-01T23:32:44.788" v="2180"/>
          <ac:spMkLst>
            <pc:docMk/>
            <pc:sldMk cId="264049667" sldId="262"/>
            <ac:spMk id="3" creationId="{D1103B53-7D1A-2C8C-E22B-054BE5E6382B}"/>
          </ac:spMkLst>
        </pc:spChg>
        <pc:spChg chg="add mod">
          <ac:chgData name="Sara Ebrahimkhani" userId="31d3ff1a-0aa9-4b17-a9ab-734bf788e67a" providerId="ADAL" clId="{0CBBD2FD-3EE9-46E4-9FC6-B1CF95382FAE}" dt="2024-10-01T23:32:44.788" v="2180"/>
          <ac:spMkLst>
            <pc:docMk/>
            <pc:sldMk cId="264049667" sldId="262"/>
            <ac:spMk id="4" creationId="{EB398D48-0FEF-AF53-3F3B-8DD317DC8D64}"/>
          </ac:spMkLst>
        </pc:spChg>
        <pc:spChg chg="mod">
          <ac:chgData name="Sara Ebrahimkhani" userId="31d3ff1a-0aa9-4b17-a9ab-734bf788e67a" providerId="ADAL" clId="{0CBBD2FD-3EE9-46E4-9FC6-B1CF95382FAE}" dt="2024-10-02T02:16:19.247" v="3265" actId="208"/>
          <ac:spMkLst>
            <pc:docMk/>
            <pc:sldMk cId="264049667" sldId="262"/>
            <ac:spMk id="6" creationId="{A10A412B-4F0F-F36C-A680-D4785FF72627}"/>
          </ac:spMkLst>
        </pc:spChg>
        <pc:spChg chg="mod">
          <ac:chgData name="Sara Ebrahimkhani" userId="31d3ff1a-0aa9-4b17-a9ab-734bf788e67a" providerId="ADAL" clId="{0CBBD2FD-3EE9-46E4-9FC6-B1CF95382FAE}" dt="2024-10-02T02:18:13.032" v="3296" actId="208"/>
          <ac:spMkLst>
            <pc:docMk/>
            <pc:sldMk cId="264049667" sldId="262"/>
            <ac:spMk id="7" creationId="{28375418-C8A2-4E39-E1E6-FBFAFD1D7219}"/>
          </ac:spMkLst>
        </pc:spChg>
        <pc:spChg chg="add del mod">
          <ac:chgData name="Sara Ebrahimkhani" userId="31d3ff1a-0aa9-4b17-a9ab-734bf788e67a" providerId="ADAL" clId="{0CBBD2FD-3EE9-46E4-9FC6-B1CF95382FAE}" dt="2024-10-01T23:32:47.479" v="2181" actId="478"/>
          <ac:spMkLst>
            <pc:docMk/>
            <pc:sldMk cId="264049667" sldId="262"/>
            <ac:spMk id="9" creationId="{A890BCCC-C4AA-AF22-23BD-910240158ED1}"/>
          </ac:spMkLst>
        </pc:spChg>
        <pc:spChg chg="mod">
          <ac:chgData name="Sara Ebrahimkhani" userId="31d3ff1a-0aa9-4b17-a9ab-734bf788e67a" providerId="ADAL" clId="{0CBBD2FD-3EE9-46E4-9FC6-B1CF95382FAE}" dt="2024-10-01T23:26:26.850" v="1953" actId="1036"/>
          <ac:spMkLst>
            <pc:docMk/>
            <pc:sldMk cId="264049667" sldId="262"/>
            <ac:spMk id="10" creationId="{813298B1-36A9-8979-3853-D20635F8D413}"/>
          </ac:spMkLst>
        </pc:spChg>
        <pc:spChg chg="mod">
          <ac:chgData name="Sara Ebrahimkhani" userId="31d3ff1a-0aa9-4b17-a9ab-734bf788e67a" providerId="ADAL" clId="{0CBBD2FD-3EE9-46E4-9FC6-B1CF95382FAE}" dt="2024-10-01T23:25:50.889" v="1915" actId="20577"/>
          <ac:spMkLst>
            <pc:docMk/>
            <pc:sldMk cId="264049667" sldId="262"/>
            <ac:spMk id="11" creationId="{921BFD40-0AE5-8817-C93E-EF8C2BD21627}"/>
          </ac:spMkLst>
        </pc:spChg>
        <pc:spChg chg="mod">
          <ac:chgData name="Sara Ebrahimkhani" userId="31d3ff1a-0aa9-4b17-a9ab-734bf788e67a" providerId="ADAL" clId="{0CBBD2FD-3EE9-46E4-9FC6-B1CF95382FAE}" dt="2024-10-01T23:26:40.294" v="1955" actId="20577"/>
          <ac:spMkLst>
            <pc:docMk/>
            <pc:sldMk cId="264049667" sldId="262"/>
            <ac:spMk id="16" creationId="{99EAB9A6-9908-3648-1B1B-1E30405EFA00}"/>
          </ac:spMkLst>
        </pc:spChg>
        <pc:spChg chg="mod">
          <ac:chgData name="Sara Ebrahimkhani" userId="31d3ff1a-0aa9-4b17-a9ab-734bf788e67a" providerId="ADAL" clId="{0CBBD2FD-3EE9-46E4-9FC6-B1CF95382FAE}" dt="2024-10-01T23:33:27.768" v="2211" actId="20577"/>
          <ac:spMkLst>
            <pc:docMk/>
            <pc:sldMk cId="264049667" sldId="262"/>
            <ac:spMk id="17" creationId="{CD95C2C8-C106-A2D2-48F3-6BAFF8D23DC2}"/>
          </ac:spMkLst>
        </pc:spChg>
        <pc:spChg chg="mod">
          <ac:chgData name="Sara Ebrahimkhani" userId="31d3ff1a-0aa9-4b17-a9ab-734bf788e67a" providerId="ADAL" clId="{0CBBD2FD-3EE9-46E4-9FC6-B1CF95382FAE}" dt="2024-10-01T23:35:54.594" v="2283" actId="20577"/>
          <ac:spMkLst>
            <pc:docMk/>
            <pc:sldMk cId="264049667" sldId="262"/>
            <ac:spMk id="18" creationId="{718AEFE4-DED0-8CAE-7BCE-5918CE014FA6}"/>
          </ac:spMkLst>
        </pc:spChg>
        <pc:spChg chg="mod">
          <ac:chgData name="Sara Ebrahimkhani" userId="31d3ff1a-0aa9-4b17-a9ab-734bf788e67a" providerId="ADAL" clId="{0CBBD2FD-3EE9-46E4-9FC6-B1CF95382FAE}" dt="2024-10-01T23:33:57.136" v="2232" actId="20577"/>
          <ac:spMkLst>
            <pc:docMk/>
            <pc:sldMk cId="264049667" sldId="262"/>
            <ac:spMk id="19" creationId="{8281A0CE-964B-13A2-2A32-3E38C6F1D135}"/>
          </ac:spMkLst>
        </pc:spChg>
        <pc:spChg chg="mod">
          <ac:chgData name="Sara Ebrahimkhani" userId="31d3ff1a-0aa9-4b17-a9ab-734bf788e67a" providerId="ADAL" clId="{0CBBD2FD-3EE9-46E4-9FC6-B1CF95382FAE}" dt="2024-10-02T02:18:22.713" v="3304" actId="208"/>
          <ac:spMkLst>
            <pc:docMk/>
            <pc:sldMk cId="264049667" sldId="262"/>
            <ac:spMk id="20" creationId="{B8D64C1F-6296-594A-0314-0E76A4EC804D}"/>
          </ac:spMkLst>
        </pc:spChg>
        <pc:spChg chg="mod">
          <ac:chgData name="Sara Ebrahimkhani" userId="31d3ff1a-0aa9-4b17-a9ab-734bf788e67a" providerId="ADAL" clId="{0CBBD2FD-3EE9-46E4-9FC6-B1CF95382FAE}" dt="2024-10-02T02:16:29.417" v="3271" actId="208"/>
          <ac:spMkLst>
            <pc:docMk/>
            <pc:sldMk cId="264049667" sldId="262"/>
            <ac:spMk id="21" creationId="{3EE6A292-5FFE-DA86-D106-C77902A26378}"/>
          </ac:spMkLst>
        </pc:spChg>
        <pc:spChg chg="mod">
          <ac:chgData name="Sara Ebrahimkhani" userId="31d3ff1a-0aa9-4b17-a9ab-734bf788e67a" providerId="ADAL" clId="{0CBBD2FD-3EE9-46E4-9FC6-B1CF95382FAE}" dt="2024-10-01T23:29:48.613" v="2097" actId="20577"/>
          <ac:spMkLst>
            <pc:docMk/>
            <pc:sldMk cId="264049667" sldId="262"/>
            <ac:spMk id="25" creationId="{3CA6143F-EAD5-B27C-4464-F40A3E0E4C70}"/>
          </ac:spMkLst>
        </pc:spChg>
        <pc:spChg chg="add mod">
          <ac:chgData name="Sara Ebrahimkhani" userId="31d3ff1a-0aa9-4b17-a9ab-734bf788e67a" providerId="ADAL" clId="{0CBBD2FD-3EE9-46E4-9FC6-B1CF95382FAE}" dt="2024-10-02T02:01:32.477" v="3109" actId="20577"/>
          <ac:spMkLst>
            <pc:docMk/>
            <pc:sldMk cId="264049667" sldId="262"/>
            <ac:spMk id="27" creationId="{EBC20309-87F4-E57D-66C8-10D60ADB8186}"/>
          </ac:spMkLst>
        </pc:spChg>
        <pc:spChg chg="mod">
          <ac:chgData name="Sara Ebrahimkhani" userId="31d3ff1a-0aa9-4b17-a9ab-734bf788e67a" providerId="ADAL" clId="{0CBBD2FD-3EE9-46E4-9FC6-B1CF95382FAE}" dt="2024-10-02T02:18:19.177" v="3301" actId="208"/>
          <ac:spMkLst>
            <pc:docMk/>
            <pc:sldMk cId="264049667" sldId="262"/>
            <ac:spMk id="33" creationId="{317FFBB1-5873-0B16-C9B6-DB6A7E760AD4}"/>
          </ac:spMkLst>
        </pc:spChg>
        <pc:spChg chg="mod">
          <ac:chgData name="Sara Ebrahimkhani" userId="31d3ff1a-0aa9-4b17-a9ab-734bf788e67a" providerId="ADAL" clId="{0CBBD2FD-3EE9-46E4-9FC6-B1CF95382FAE}" dt="2024-10-02T02:16:26.747" v="3269" actId="208"/>
          <ac:spMkLst>
            <pc:docMk/>
            <pc:sldMk cId="264049667" sldId="262"/>
            <ac:spMk id="34" creationId="{531895D1-781A-A1C7-933C-EDCD9903011D}"/>
          </ac:spMkLst>
        </pc:spChg>
        <pc:spChg chg="mod">
          <ac:chgData name="Sara Ebrahimkhani" userId="31d3ff1a-0aa9-4b17-a9ab-734bf788e67a" providerId="ADAL" clId="{0CBBD2FD-3EE9-46E4-9FC6-B1CF95382FAE}" dt="2024-10-01T23:31:40.635" v="2135" actId="20577"/>
          <ac:spMkLst>
            <pc:docMk/>
            <pc:sldMk cId="264049667" sldId="262"/>
            <ac:spMk id="35" creationId="{ECB81CBE-6C44-31A0-8F1F-6E2BF8081A3A}"/>
          </ac:spMkLst>
        </pc:spChg>
        <pc:spChg chg="mod">
          <ac:chgData name="Sara Ebrahimkhani" userId="31d3ff1a-0aa9-4b17-a9ab-734bf788e67a" providerId="ADAL" clId="{0CBBD2FD-3EE9-46E4-9FC6-B1CF95382FAE}" dt="2024-10-01T23:25:59.282" v="1917" actId="20577"/>
          <ac:spMkLst>
            <pc:docMk/>
            <pc:sldMk cId="264049667" sldId="262"/>
            <ac:spMk id="36" creationId="{580E372C-0964-66A4-F157-0B69423F1C09}"/>
          </ac:spMkLst>
        </pc:spChg>
        <pc:spChg chg="mod">
          <ac:chgData name="Sara Ebrahimkhani" userId="31d3ff1a-0aa9-4b17-a9ab-734bf788e67a" providerId="ADAL" clId="{0CBBD2FD-3EE9-46E4-9FC6-B1CF95382FAE}" dt="2024-10-01T23:33:12.142" v="2191" actId="1035"/>
          <ac:spMkLst>
            <pc:docMk/>
            <pc:sldMk cId="264049667" sldId="262"/>
            <ac:spMk id="52" creationId="{6D54F662-E517-E0F4-EFD3-D694CEBC7387}"/>
          </ac:spMkLst>
        </pc:spChg>
        <pc:spChg chg="mod">
          <ac:chgData name="Sara Ebrahimkhani" userId="31d3ff1a-0aa9-4b17-a9ab-734bf788e67a" providerId="ADAL" clId="{0CBBD2FD-3EE9-46E4-9FC6-B1CF95382FAE}" dt="2024-10-01T23:35:57.258" v="2285" actId="20577"/>
          <ac:spMkLst>
            <pc:docMk/>
            <pc:sldMk cId="264049667" sldId="262"/>
            <ac:spMk id="53" creationId="{6E9A5A08-0BC7-A779-C609-DE71BD743E1B}"/>
          </ac:spMkLst>
        </pc:spChg>
        <pc:spChg chg="mod">
          <ac:chgData name="Sara Ebrahimkhani" userId="31d3ff1a-0aa9-4b17-a9ab-734bf788e67a" providerId="ADAL" clId="{0CBBD2FD-3EE9-46E4-9FC6-B1CF95382FAE}" dt="2024-10-01T23:35:23.221" v="2279" actId="1037"/>
          <ac:spMkLst>
            <pc:docMk/>
            <pc:sldMk cId="264049667" sldId="262"/>
            <ac:spMk id="54" creationId="{1E9344C1-C85D-E396-8D3E-2E940116AF84}"/>
          </ac:spMkLst>
        </pc:spChg>
        <pc:spChg chg="mod">
          <ac:chgData name="Sara Ebrahimkhani" userId="31d3ff1a-0aa9-4b17-a9ab-734bf788e67a" providerId="ADAL" clId="{0CBBD2FD-3EE9-46E4-9FC6-B1CF95382FAE}" dt="2024-10-02T02:18:15.989" v="3298" actId="208"/>
          <ac:spMkLst>
            <pc:docMk/>
            <pc:sldMk cId="264049667" sldId="262"/>
            <ac:spMk id="55" creationId="{CEC5B692-E0FD-7273-852C-BE4A3A03D714}"/>
          </ac:spMkLst>
        </pc:spChg>
        <pc:spChg chg="mod">
          <ac:chgData name="Sara Ebrahimkhani" userId="31d3ff1a-0aa9-4b17-a9ab-734bf788e67a" providerId="ADAL" clId="{0CBBD2FD-3EE9-46E4-9FC6-B1CF95382FAE}" dt="2024-10-02T02:16:23.403" v="3267" actId="208"/>
          <ac:spMkLst>
            <pc:docMk/>
            <pc:sldMk cId="264049667" sldId="262"/>
            <ac:spMk id="56" creationId="{E304E40C-DB42-3329-E769-E75DD7E94B4F}"/>
          </ac:spMkLst>
        </pc:spChg>
        <pc:grpChg chg="add mod">
          <ac:chgData name="Sara Ebrahimkhani" userId="31d3ff1a-0aa9-4b17-a9ab-734bf788e67a" providerId="ADAL" clId="{0CBBD2FD-3EE9-46E4-9FC6-B1CF95382FAE}" dt="2024-10-01T23:33:04.311" v="2186" actId="1076"/>
          <ac:grpSpMkLst>
            <pc:docMk/>
            <pc:sldMk cId="264049667" sldId="262"/>
            <ac:grpSpMk id="5" creationId="{EA97C1F6-407C-66B2-9E2A-FEC2C7E61E83}"/>
          </ac:grpSpMkLst>
        </pc:grpChg>
        <pc:grpChg chg="mod">
          <ac:chgData name="Sara Ebrahimkhani" userId="31d3ff1a-0aa9-4b17-a9ab-734bf788e67a" providerId="ADAL" clId="{0CBBD2FD-3EE9-46E4-9FC6-B1CF95382FAE}" dt="2024-10-01T23:32:53.824" v="2183"/>
          <ac:grpSpMkLst>
            <pc:docMk/>
            <pc:sldMk cId="264049667" sldId="262"/>
            <ac:grpSpMk id="8" creationId="{46C87C67-7D10-A328-503E-02A809222917}"/>
          </ac:grpSpMkLst>
        </pc:grpChg>
        <pc:grpChg chg="del">
          <ac:chgData name="Sara Ebrahimkhani" userId="31d3ff1a-0aa9-4b17-a9ab-734bf788e67a" providerId="ADAL" clId="{0CBBD2FD-3EE9-46E4-9FC6-B1CF95382FAE}" dt="2024-10-01T23:29:53.794" v="2098" actId="478"/>
          <ac:grpSpMkLst>
            <pc:docMk/>
            <pc:sldMk cId="264049667" sldId="262"/>
            <ac:grpSpMk id="44" creationId="{F9E4BD65-FBF7-A37B-D2F7-3AFE78A40E29}"/>
          </ac:grpSpMkLst>
        </pc:grpChg>
        <pc:grpChg chg="del">
          <ac:chgData name="Sara Ebrahimkhani" userId="31d3ff1a-0aa9-4b17-a9ab-734bf788e67a" providerId="ADAL" clId="{0CBBD2FD-3EE9-46E4-9FC6-B1CF95382FAE}" dt="2024-10-01T23:32:51.837" v="2182" actId="478"/>
          <ac:grpSpMkLst>
            <pc:docMk/>
            <pc:sldMk cId="264049667" sldId="262"/>
            <ac:grpSpMk id="45" creationId="{9F5DFD67-CC9A-760D-6283-824925C0E751}"/>
          </ac:grpSpMkLst>
        </pc:grpChg>
        <pc:grpChg chg="del mod">
          <ac:chgData name="Sara Ebrahimkhani" userId="31d3ff1a-0aa9-4b17-a9ab-734bf788e67a" providerId="ADAL" clId="{0CBBD2FD-3EE9-46E4-9FC6-B1CF95382FAE}" dt="2024-10-01T23:30:03.937" v="2103" actId="478"/>
          <ac:grpSpMkLst>
            <pc:docMk/>
            <pc:sldMk cId="264049667" sldId="262"/>
            <ac:grpSpMk id="48" creationId="{BFD7064F-73B6-A568-51DA-CE0A1DAFADE1}"/>
          </ac:grpSpMkLst>
        </pc:grpChg>
        <pc:grpChg chg="mod">
          <ac:chgData name="Sara Ebrahimkhani" userId="31d3ff1a-0aa9-4b17-a9ab-734bf788e67a" providerId="ADAL" clId="{0CBBD2FD-3EE9-46E4-9FC6-B1CF95382FAE}" dt="2024-10-01T23:32:58.511" v="2185" actId="1076"/>
          <ac:grpSpMkLst>
            <pc:docMk/>
            <pc:sldMk cId="264049667" sldId="262"/>
            <ac:grpSpMk id="50" creationId="{F74965E1-50F1-D83C-C86B-8CD3D5C24317}"/>
          </ac:grpSpMkLst>
        </pc:grpChg>
      </pc:sldChg>
      <pc:sldChg chg="add del">
        <pc:chgData name="Sara Ebrahimkhani" userId="31d3ff1a-0aa9-4b17-a9ab-734bf788e67a" providerId="ADAL" clId="{0CBBD2FD-3EE9-46E4-9FC6-B1CF95382FAE}" dt="2024-10-01T23:28:08.623" v="1981"/>
        <pc:sldMkLst>
          <pc:docMk/>
          <pc:sldMk cId="692966733" sldId="263"/>
        </pc:sldMkLst>
      </pc:sldChg>
      <pc:sldChg chg="addSp delSp modSp new mod modNotesTx">
        <pc:chgData name="Sara Ebrahimkhani" userId="31d3ff1a-0aa9-4b17-a9ab-734bf788e67a" providerId="ADAL" clId="{0CBBD2FD-3EE9-46E4-9FC6-B1CF95382FAE}" dt="2024-10-02T18:41:54.855" v="3882" actId="20577"/>
        <pc:sldMkLst>
          <pc:docMk/>
          <pc:sldMk cId="2220094184" sldId="263"/>
        </pc:sldMkLst>
        <pc:spChg chg="add del mod">
          <ac:chgData name="Sara Ebrahimkhani" userId="31d3ff1a-0aa9-4b17-a9ab-734bf788e67a" providerId="ADAL" clId="{0CBBD2FD-3EE9-46E4-9FC6-B1CF95382FAE}" dt="2024-10-01T23:36:51.099" v="2296"/>
          <ac:spMkLst>
            <pc:docMk/>
            <pc:sldMk cId="2220094184" sldId="263"/>
            <ac:spMk id="2" creationId="{B3F32133-900E-74D0-1A21-6ABB3438E90F}"/>
          </ac:spMkLst>
        </pc:spChg>
        <pc:spChg chg="add del mod">
          <ac:chgData name="Sara Ebrahimkhani" userId="31d3ff1a-0aa9-4b17-a9ab-734bf788e67a" providerId="ADAL" clId="{0CBBD2FD-3EE9-46E4-9FC6-B1CF95382FAE}" dt="2024-10-01T23:36:55.649" v="2299"/>
          <ac:spMkLst>
            <pc:docMk/>
            <pc:sldMk cId="2220094184" sldId="263"/>
            <ac:spMk id="3" creationId="{190B638A-8743-A9DA-1D40-227800FD0A90}"/>
          </ac:spMkLst>
        </pc:spChg>
        <pc:spChg chg="add del mod">
          <ac:chgData name="Sara Ebrahimkhani" userId="31d3ff1a-0aa9-4b17-a9ab-734bf788e67a" providerId="ADAL" clId="{0CBBD2FD-3EE9-46E4-9FC6-B1CF95382FAE}" dt="2024-10-01T23:37:00.040" v="2302"/>
          <ac:spMkLst>
            <pc:docMk/>
            <pc:sldMk cId="2220094184" sldId="263"/>
            <ac:spMk id="4" creationId="{31693E02-0860-C467-DD0F-4F38101E69E9}"/>
          </ac:spMkLst>
        </pc:spChg>
        <pc:spChg chg="add del mod">
          <ac:chgData name="Sara Ebrahimkhani" userId="31d3ff1a-0aa9-4b17-a9ab-734bf788e67a" providerId="ADAL" clId="{0CBBD2FD-3EE9-46E4-9FC6-B1CF95382FAE}" dt="2024-10-01T23:37:05.777" v="2305"/>
          <ac:spMkLst>
            <pc:docMk/>
            <pc:sldMk cId="2220094184" sldId="263"/>
            <ac:spMk id="5" creationId="{D401D98C-1AE2-E586-2D68-ED589787527C}"/>
          </ac:spMkLst>
        </pc:spChg>
        <pc:spChg chg="add mod">
          <ac:chgData name="Sara Ebrahimkhani" userId="31d3ff1a-0aa9-4b17-a9ab-734bf788e67a" providerId="ADAL" clId="{0CBBD2FD-3EE9-46E4-9FC6-B1CF95382FAE}" dt="2024-10-02T00:41:58.458" v="2820" actId="1076"/>
          <ac:spMkLst>
            <pc:docMk/>
            <pc:sldMk cId="2220094184" sldId="263"/>
            <ac:spMk id="6" creationId="{4B0BAEA2-2A35-830D-5380-5BB1A8959727}"/>
          </ac:spMkLst>
        </pc:spChg>
        <pc:spChg chg="add del mod">
          <ac:chgData name="Sara Ebrahimkhani" userId="31d3ff1a-0aa9-4b17-a9ab-734bf788e67a" providerId="ADAL" clId="{0CBBD2FD-3EE9-46E4-9FC6-B1CF95382FAE}" dt="2024-10-02T02:04:50.301" v="3187" actId="478"/>
          <ac:spMkLst>
            <pc:docMk/>
            <pc:sldMk cId="2220094184" sldId="263"/>
            <ac:spMk id="8" creationId="{E0CCA49A-40F1-4030-8D73-32001D76E66C}"/>
          </ac:spMkLst>
        </pc:spChg>
        <pc:spChg chg="add mod">
          <ac:chgData name="Sara Ebrahimkhani" userId="31d3ff1a-0aa9-4b17-a9ab-734bf788e67a" providerId="ADAL" clId="{0CBBD2FD-3EE9-46E4-9FC6-B1CF95382FAE}" dt="2024-10-02T01:56:33.869" v="3010"/>
          <ac:spMkLst>
            <pc:docMk/>
            <pc:sldMk cId="2220094184" sldId="263"/>
            <ac:spMk id="9" creationId="{82056FEF-0EA8-D4E4-0FB9-1CC4C1DF5677}"/>
          </ac:spMkLst>
        </pc:spChg>
        <pc:spChg chg="add mod">
          <ac:chgData name="Sara Ebrahimkhani" userId="31d3ff1a-0aa9-4b17-a9ab-734bf788e67a" providerId="ADAL" clId="{0CBBD2FD-3EE9-46E4-9FC6-B1CF95382FAE}" dt="2024-10-02T02:14:35.799" v="3232"/>
          <ac:spMkLst>
            <pc:docMk/>
            <pc:sldMk cId="2220094184" sldId="263"/>
            <ac:spMk id="10" creationId="{45620883-0018-AA30-C0C2-DC75CB46F640}"/>
          </ac:spMkLst>
        </pc:spChg>
        <pc:spChg chg="add del">
          <ac:chgData name="Sara Ebrahimkhani" userId="31d3ff1a-0aa9-4b17-a9ab-734bf788e67a" providerId="ADAL" clId="{0CBBD2FD-3EE9-46E4-9FC6-B1CF95382FAE}" dt="2024-10-02T02:04:47.842" v="3186" actId="478"/>
          <ac:spMkLst>
            <pc:docMk/>
            <pc:sldMk cId="2220094184" sldId="263"/>
            <ac:spMk id="12" creationId="{FC8EF775-87AB-DC9F-15AA-3A6E31401C22}"/>
          </ac:spMkLst>
        </pc:spChg>
      </pc:sldChg>
      <pc:sldChg chg="addSp delSp modSp add mod ord modShow modNotesTx">
        <pc:chgData name="Sara Ebrahimkhani" userId="31d3ff1a-0aa9-4b17-a9ab-734bf788e67a" providerId="ADAL" clId="{0CBBD2FD-3EE9-46E4-9FC6-B1CF95382FAE}" dt="2024-10-02T22:40:47.863" v="4246"/>
        <pc:sldMkLst>
          <pc:docMk/>
          <pc:sldMk cId="698581947" sldId="264"/>
        </pc:sldMkLst>
        <pc:spChg chg="add del mod">
          <ac:chgData name="Sara Ebrahimkhani" userId="31d3ff1a-0aa9-4b17-a9ab-734bf788e67a" providerId="ADAL" clId="{0CBBD2FD-3EE9-46E4-9FC6-B1CF95382FAE}" dt="2024-10-02T00:50:29.447" v="2850"/>
          <ac:spMkLst>
            <pc:docMk/>
            <pc:sldMk cId="698581947" sldId="264"/>
            <ac:spMk id="3" creationId="{8A047612-040A-C92B-FBFB-557D1D427F67}"/>
          </ac:spMkLst>
        </pc:spChg>
        <pc:spChg chg="add mod">
          <ac:chgData name="Sara Ebrahimkhani" userId="31d3ff1a-0aa9-4b17-a9ab-734bf788e67a" providerId="ADAL" clId="{0CBBD2FD-3EE9-46E4-9FC6-B1CF95382FAE}" dt="2024-10-02T01:48:00.455" v="2915" actId="20577"/>
          <ac:spMkLst>
            <pc:docMk/>
            <pc:sldMk cId="698581947" sldId="264"/>
            <ac:spMk id="4" creationId="{CD49745F-6430-09DB-CDE6-815039026050}"/>
          </ac:spMkLst>
        </pc:spChg>
        <pc:spChg chg="add mod">
          <ac:chgData name="Sara Ebrahimkhani" userId="31d3ff1a-0aa9-4b17-a9ab-734bf788e67a" providerId="ADAL" clId="{0CBBD2FD-3EE9-46E4-9FC6-B1CF95382FAE}" dt="2024-10-02T02:08:06.492" v="3217" actId="313"/>
          <ac:spMkLst>
            <pc:docMk/>
            <pc:sldMk cId="698581947" sldId="264"/>
            <ac:spMk id="5" creationId="{64DD1568-4AA6-EF36-FA77-B309AC55B886}"/>
          </ac:spMkLst>
        </pc:spChg>
        <pc:spChg chg="add del mod">
          <ac:chgData name="Sara Ebrahimkhani" userId="31d3ff1a-0aa9-4b17-a9ab-734bf788e67a" providerId="ADAL" clId="{0CBBD2FD-3EE9-46E4-9FC6-B1CF95382FAE}" dt="2024-10-02T02:08:13.393" v="3218" actId="478"/>
          <ac:spMkLst>
            <pc:docMk/>
            <pc:sldMk cId="698581947" sldId="264"/>
            <ac:spMk id="6" creationId="{4B0BAEA2-2A35-830D-5380-5BB1A8959727}"/>
          </ac:spMkLst>
        </pc:spChg>
        <pc:picChg chg="add del">
          <ac:chgData name="Sara Ebrahimkhani" userId="31d3ff1a-0aa9-4b17-a9ab-734bf788e67a" providerId="ADAL" clId="{0CBBD2FD-3EE9-46E4-9FC6-B1CF95382FAE}" dt="2024-10-02T02:07:46.460" v="3190" actId="22"/>
          <ac:picMkLst>
            <pc:docMk/>
            <pc:sldMk cId="698581947" sldId="264"/>
            <ac:picMk id="8" creationId="{D7C8556E-7456-4A42-7BAA-7F7F9C7CC57A}"/>
          </ac:picMkLst>
        </pc:picChg>
      </pc:sldChg>
      <pc:sldChg chg="addSp delSp modSp add mod modNotesTx">
        <pc:chgData name="Sara Ebrahimkhani" userId="31d3ff1a-0aa9-4b17-a9ab-734bf788e67a" providerId="ADAL" clId="{0CBBD2FD-3EE9-46E4-9FC6-B1CF95382FAE}" dt="2024-10-02T18:58:42.940" v="4062" actId="20577"/>
        <pc:sldMkLst>
          <pc:docMk/>
          <pc:sldMk cId="2398037815" sldId="265"/>
        </pc:sldMkLst>
        <pc:spChg chg="add del mod">
          <ac:chgData name="Sara Ebrahimkhani" userId="31d3ff1a-0aa9-4b17-a9ab-734bf788e67a" providerId="ADAL" clId="{0CBBD2FD-3EE9-46E4-9FC6-B1CF95382FAE}" dt="2024-10-02T01:13:35.918" v="2889" actId="478"/>
          <ac:spMkLst>
            <pc:docMk/>
            <pc:sldMk cId="2398037815" sldId="265"/>
            <ac:spMk id="3" creationId="{05C34A85-2EC9-02BB-1410-4922F216C226}"/>
          </ac:spMkLst>
        </pc:spChg>
        <pc:spChg chg="add mod">
          <ac:chgData name="Sara Ebrahimkhani" userId="31d3ff1a-0aa9-4b17-a9ab-734bf788e67a" providerId="ADAL" clId="{0CBBD2FD-3EE9-46E4-9FC6-B1CF95382FAE}" dt="2024-10-02T01:48:05.789" v="2917" actId="20577"/>
          <ac:spMkLst>
            <pc:docMk/>
            <pc:sldMk cId="2398037815" sldId="265"/>
            <ac:spMk id="4" creationId="{FADA0DFD-8C0A-3B5C-7ED0-AAADECF27030}"/>
          </ac:spMkLst>
        </pc:spChg>
        <pc:spChg chg="add del mod">
          <ac:chgData name="Sara Ebrahimkhani" userId="31d3ff1a-0aa9-4b17-a9ab-734bf788e67a" providerId="ADAL" clId="{0CBBD2FD-3EE9-46E4-9FC6-B1CF95382FAE}" dt="2024-10-02T01:14:42.013" v="2905" actId="478"/>
          <ac:spMkLst>
            <pc:docMk/>
            <pc:sldMk cId="2398037815" sldId="265"/>
            <ac:spMk id="5" creationId="{CC70B3B3-96C1-772F-274F-F650774D7C2D}"/>
          </ac:spMkLst>
        </pc:spChg>
        <pc:spChg chg="del mod">
          <ac:chgData name="Sara Ebrahimkhani" userId="31d3ff1a-0aa9-4b17-a9ab-734bf788e67a" providerId="ADAL" clId="{0CBBD2FD-3EE9-46E4-9FC6-B1CF95382FAE}" dt="2024-10-02T02:08:20.793" v="3219" actId="478"/>
          <ac:spMkLst>
            <pc:docMk/>
            <pc:sldMk cId="2398037815" sldId="265"/>
            <ac:spMk id="6" creationId="{4B0BAEA2-2A35-830D-5380-5BB1A8959727}"/>
          </ac:spMkLst>
        </pc:spChg>
        <pc:spChg chg="add mod">
          <ac:chgData name="Sara Ebrahimkhani" userId="31d3ff1a-0aa9-4b17-a9ab-734bf788e67a" providerId="ADAL" clId="{0CBBD2FD-3EE9-46E4-9FC6-B1CF95382FAE}" dt="2024-10-02T02:15:03.697" v="3240" actId="20577"/>
          <ac:spMkLst>
            <pc:docMk/>
            <pc:sldMk cId="2398037815" sldId="265"/>
            <ac:spMk id="7" creationId="{B593E5B2-C124-9B7C-3D41-0D1566293D4A}"/>
          </ac:spMkLst>
        </pc:spChg>
      </pc:sldChg>
      <pc:sldChg chg="addSp delSp modSp add mod ord modShow modNotesTx">
        <pc:chgData name="Sara Ebrahimkhani" userId="31d3ff1a-0aa9-4b17-a9ab-734bf788e67a" providerId="ADAL" clId="{0CBBD2FD-3EE9-46E4-9FC6-B1CF95382FAE}" dt="2024-10-03T21:20:37.647" v="4791" actId="729"/>
        <pc:sldMkLst>
          <pc:docMk/>
          <pc:sldMk cId="190792732" sldId="266"/>
        </pc:sldMkLst>
        <pc:spChg chg="add mod">
          <ac:chgData name="Sara Ebrahimkhani" userId="31d3ff1a-0aa9-4b17-a9ab-734bf788e67a" providerId="ADAL" clId="{0CBBD2FD-3EE9-46E4-9FC6-B1CF95382FAE}" dt="2024-10-02T01:56:42.004" v="3013"/>
          <ac:spMkLst>
            <pc:docMk/>
            <pc:sldMk cId="190792732" sldId="266"/>
            <ac:spMk id="3" creationId="{D1F098BB-68CC-6C31-A919-95F931BEC33F}"/>
          </ac:spMkLst>
        </pc:spChg>
        <pc:spChg chg="mod">
          <ac:chgData name="Sara Ebrahimkhani" userId="31d3ff1a-0aa9-4b17-a9ab-734bf788e67a" providerId="ADAL" clId="{0CBBD2FD-3EE9-46E4-9FC6-B1CF95382FAE}" dt="2024-10-02T02:16:35.860" v="3273" actId="208"/>
          <ac:spMkLst>
            <pc:docMk/>
            <pc:sldMk cId="190792732" sldId="266"/>
            <ac:spMk id="6" creationId="{A10A412B-4F0F-F36C-A680-D4785FF72627}"/>
          </ac:spMkLst>
        </pc:spChg>
        <pc:spChg chg="mod">
          <ac:chgData name="Sara Ebrahimkhani" userId="31d3ff1a-0aa9-4b17-a9ab-734bf788e67a" providerId="ADAL" clId="{0CBBD2FD-3EE9-46E4-9FC6-B1CF95382FAE}" dt="2024-10-02T02:18:30.351" v="3306" actId="208"/>
          <ac:spMkLst>
            <pc:docMk/>
            <pc:sldMk cId="190792732" sldId="266"/>
            <ac:spMk id="7" creationId="{28375418-C8A2-4E39-E1E6-FBFAFD1D7219}"/>
          </ac:spMkLst>
        </pc:spChg>
        <pc:spChg chg="mod">
          <ac:chgData name="Sara Ebrahimkhani" userId="31d3ff1a-0aa9-4b17-a9ab-734bf788e67a" providerId="ADAL" clId="{0CBBD2FD-3EE9-46E4-9FC6-B1CF95382FAE}" dt="2024-10-01T23:40:04.773" v="2499" actId="1037"/>
          <ac:spMkLst>
            <pc:docMk/>
            <pc:sldMk cId="190792732" sldId="266"/>
            <ac:spMk id="10" creationId="{813298B1-36A9-8979-3853-D20635F8D413}"/>
          </ac:spMkLst>
        </pc:spChg>
        <pc:spChg chg="mod">
          <ac:chgData name="Sara Ebrahimkhani" userId="31d3ff1a-0aa9-4b17-a9ab-734bf788e67a" providerId="ADAL" clId="{0CBBD2FD-3EE9-46E4-9FC6-B1CF95382FAE}" dt="2024-10-01T23:45:29.011" v="2583" actId="20577"/>
          <ac:spMkLst>
            <pc:docMk/>
            <pc:sldMk cId="190792732" sldId="266"/>
            <ac:spMk id="11" creationId="{921BFD40-0AE5-8817-C93E-EF8C2BD21627}"/>
          </ac:spMkLst>
        </pc:spChg>
        <pc:spChg chg="mod">
          <ac:chgData name="Sara Ebrahimkhani" userId="31d3ff1a-0aa9-4b17-a9ab-734bf788e67a" providerId="ADAL" clId="{0CBBD2FD-3EE9-46E4-9FC6-B1CF95382FAE}" dt="2024-10-02T02:18:36.337" v="3310" actId="208"/>
          <ac:spMkLst>
            <pc:docMk/>
            <pc:sldMk cId="190792732" sldId="266"/>
            <ac:spMk id="33" creationId="{317FFBB1-5873-0B16-C9B6-DB6A7E760AD4}"/>
          </ac:spMkLst>
        </pc:spChg>
        <pc:spChg chg="mod">
          <ac:chgData name="Sara Ebrahimkhani" userId="31d3ff1a-0aa9-4b17-a9ab-734bf788e67a" providerId="ADAL" clId="{0CBBD2FD-3EE9-46E4-9FC6-B1CF95382FAE}" dt="2024-10-02T02:16:42.668" v="3278" actId="208"/>
          <ac:spMkLst>
            <pc:docMk/>
            <pc:sldMk cId="190792732" sldId="266"/>
            <ac:spMk id="34" creationId="{531895D1-781A-A1C7-933C-EDCD9903011D}"/>
          </ac:spMkLst>
        </pc:spChg>
        <pc:spChg chg="mod">
          <ac:chgData name="Sara Ebrahimkhani" userId="31d3ff1a-0aa9-4b17-a9ab-734bf788e67a" providerId="ADAL" clId="{0CBBD2FD-3EE9-46E4-9FC6-B1CF95382FAE}" dt="2024-10-01T23:45:04.100" v="2579" actId="20577"/>
          <ac:spMkLst>
            <pc:docMk/>
            <pc:sldMk cId="190792732" sldId="266"/>
            <ac:spMk id="35" creationId="{ECB81CBE-6C44-31A0-8F1F-6E2BF8081A3A}"/>
          </ac:spMkLst>
        </pc:spChg>
        <pc:spChg chg="mod">
          <ac:chgData name="Sara Ebrahimkhani" userId="31d3ff1a-0aa9-4b17-a9ab-734bf788e67a" providerId="ADAL" clId="{0CBBD2FD-3EE9-46E4-9FC6-B1CF95382FAE}" dt="2024-10-01T23:41:16.808" v="2567" actId="20577"/>
          <ac:spMkLst>
            <pc:docMk/>
            <pc:sldMk cId="190792732" sldId="266"/>
            <ac:spMk id="36" creationId="{580E372C-0964-66A4-F157-0B69423F1C09}"/>
          </ac:spMkLst>
        </pc:spChg>
        <pc:spChg chg="mod">
          <ac:chgData name="Sara Ebrahimkhani" userId="31d3ff1a-0aa9-4b17-a9ab-734bf788e67a" providerId="ADAL" clId="{0CBBD2FD-3EE9-46E4-9FC6-B1CF95382FAE}" dt="2024-10-01T23:40:15.699" v="2514" actId="20577"/>
          <ac:spMkLst>
            <pc:docMk/>
            <pc:sldMk cId="190792732" sldId="266"/>
            <ac:spMk id="52" creationId="{6D54F662-E517-E0F4-EFD3-D694CEBC7387}"/>
          </ac:spMkLst>
        </pc:spChg>
        <pc:spChg chg="mod">
          <ac:chgData name="Sara Ebrahimkhani" userId="31d3ff1a-0aa9-4b17-a9ab-734bf788e67a" providerId="ADAL" clId="{0CBBD2FD-3EE9-46E4-9FC6-B1CF95382FAE}" dt="2024-10-01T23:45:40.374" v="2587" actId="20577"/>
          <ac:spMkLst>
            <pc:docMk/>
            <pc:sldMk cId="190792732" sldId="266"/>
            <ac:spMk id="53" creationId="{6E9A5A08-0BC7-A779-C609-DE71BD743E1B}"/>
          </ac:spMkLst>
        </pc:spChg>
        <pc:spChg chg="mod">
          <ac:chgData name="Sara Ebrahimkhani" userId="31d3ff1a-0aa9-4b17-a9ab-734bf788e67a" providerId="ADAL" clId="{0CBBD2FD-3EE9-46E4-9FC6-B1CF95382FAE}" dt="2024-10-02T00:37:09.917" v="2791" actId="1038"/>
          <ac:spMkLst>
            <pc:docMk/>
            <pc:sldMk cId="190792732" sldId="266"/>
            <ac:spMk id="54" creationId="{1E9344C1-C85D-E396-8D3E-2E940116AF84}"/>
          </ac:spMkLst>
        </pc:spChg>
        <pc:spChg chg="mod">
          <ac:chgData name="Sara Ebrahimkhani" userId="31d3ff1a-0aa9-4b17-a9ab-734bf788e67a" providerId="ADAL" clId="{0CBBD2FD-3EE9-46E4-9FC6-B1CF95382FAE}" dt="2024-10-02T02:18:33.130" v="3308" actId="208"/>
          <ac:spMkLst>
            <pc:docMk/>
            <pc:sldMk cId="190792732" sldId="266"/>
            <ac:spMk id="55" creationId="{CEC5B692-E0FD-7273-852C-BE4A3A03D714}"/>
          </ac:spMkLst>
        </pc:spChg>
        <pc:spChg chg="mod">
          <ac:chgData name="Sara Ebrahimkhani" userId="31d3ff1a-0aa9-4b17-a9ab-734bf788e67a" providerId="ADAL" clId="{0CBBD2FD-3EE9-46E4-9FC6-B1CF95382FAE}" dt="2024-10-02T02:16:39.479" v="3276" actId="208"/>
          <ac:spMkLst>
            <pc:docMk/>
            <pc:sldMk cId="190792732" sldId="266"/>
            <ac:spMk id="56" creationId="{E304E40C-DB42-3329-E769-E75DD7E94B4F}"/>
          </ac:spMkLst>
        </pc:spChg>
        <pc:grpChg chg="del">
          <ac:chgData name="Sara Ebrahimkhani" userId="31d3ff1a-0aa9-4b17-a9ab-734bf788e67a" providerId="ADAL" clId="{0CBBD2FD-3EE9-46E4-9FC6-B1CF95382FAE}" dt="2024-10-01T23:41:05.163" v="2564" actId="478"/>
          <ac:grpSpMkLst>
            <pc:docMk/>
            <pc:sldMk cId="190792732" sldId="266"/>
            <ac:grpSpMk id="5" creationId="{EA97C1F6-407C-66B2-9E2A-FEC2C7E61E83}"/>
          </ac:grpSpMkLst>
        </pc:grpChg>
      </pc:sldChg>
      <pc:sldChg chg="modSp add del mod">
        <pc:chgData name="Sara Ebrahimkhani" userId="31d3ff1a-0aa9-4b17-a9ab-734bf788e67a" providerId="ADAL" clId="{0CBBD2FD-3EE9-46E4-9FC6-B1CF95382FAE}" dt="2024-10-02T00:36:55.556" v="2783" actId="47"/>
        <pc:sldMkLst>
          <pc:docMk/>
          <pc:sldMk cId="5222370" sldId="267"/>
        </pc:sldMkLst>
        <pc:spChg chg="mod">
          <ac:chgData name="Sara Ebrahimkhani" userId="31d3ff1a-0aa9-4b17-a9ab-734bf788e67a" providerId="ADAL" clId="{0CBBD2FD-3EE9-46E4-9FC6-B1CF95382FAE}" dt="2024-10-01T23:50:37.855" v="2599" actId="20577"/>
          <ac:spMkLst>
            <pc:docMk/>
            <pc:sldMk cId="5222370" sldId="267"/>
            <ac:spMk id="6" creationId="{4B0BAEA2-2A35-830D-5380-5BB1A8959727}"/>
          </ac:spMkLst>
        </pc:spChg>
      </pc:sldChg>
      <pc:sldChg chg="modSp new mod ord">
        <pc:chgData name="Sara Ebrahimkhani" userId="31d3ff1a-0aa9-4b17-a9ab-734bf788e67a" providerId="ADAL" clId="{0CBBD2FD-3EE9-46E4-9FC6-B1CF95382FAE}" dt="2024-10-02T19:01:55.199" v="4079" actId="404"/>
        <pc:sldMkLst>
          <pc:docMk/>
          <pc:sldMk cId="966473670" sldId="267"/>
        </pc:sldMkLst>
        <pc:spChg chg="mod">
          <ac:chgData name="Sara Ebrahimkhani" userId="31d3ff1a-0aa9-4b17-a9ab-734bf788e67a" providerId="ADAL" clId="{0CBBD2FD-3EE9-46E4-9FC6-B1CF95382FAE}" dt="2024-10-02T19:01:48.770" v="4077" actId="113"/>
          <ac:spMkLst>
            <pc:docMk/>
            <pc:sldMk cId="966473670" sldId="267"/>
            <ac:spMk id="2" creationId="{BBB7CA82-D60B-DB8A-194E-CC4D1919F696}"/>
          </ac:spMkLst>
        </pc:spChg>
        <pc:spChg chg="mod">
          <ac:chgData name="Sara Ebrahimkhani" userId="31d3ff1a-0aa9-4b17-a9ab-734bf788e67a" providerId="ADAL" clId="{0CBBD2FD-3EE9-46E4-9FC6-B1CF95382FAE}" dt="2024-10-02T19:01:55.199" v="4079" actId="404"/>
          <ac:spMkLst>
            <pc:docMk/>
            <pc:sldMk cId="966473670" sldId="267"/>
            <ac:spMk id="3" creationId="{54EF25BC-167A-3626-6F9E-CF26D0F4CE16}"/>
          </ac:spMkLst>
        </pc:spChg>
      </pc:sldChg>
      <pc:sldChg chg="addSp modSp new">
        <pc:chgData name="Sara Ebrahimkhani" userId="31d3ff1a-0aa9-4b17-a9ab-734bf788e67a" providerId="ADAL" clId="{0CBBD2FD-3EE9-46E4-9FC6-B1CF95382FAE}" dt="2024-10-02T02:21:56.447" v="3381"/>
        <pc:sldMkLst>
          <pc:docMk/>
          <pc:sldMk cId="3734769887" sldId="268"/>
        </pc:sldMkLst>
        <pc:spChg chg="add mod">
          <ac:chgData name="Sara Ebrahimkhani" userId="31d3ff1a-0aa9-4b17-a9ab-734bf788e67a" providerId="ADAL" clId="{0CBBD2FD-3EE9-46E4-9FC6-B1CF95382FAE}" dt="2024-10-02T02:21:56.447" v="3381"/>
          <ac:spMkLst>
            <pc:docMk/>
            <pc:sldMk cId="3734769887" sldId="268"/>
            <ac:spMk id="2" creationId="{764F26F1-6B93-8EDC-05C4-8420732EEFAF}"/>
          </ac:spMkLst>
        </pc:spChg>
      </pc:sldChg>
      <pc:sldChg chg="addSp delSp modSp new mod modAnim modNotesTx">
        <pc:chgData name="Sara Ebrahimkhani" userId="31d3ff1a-0aa9-4b17-a9ab-734bf788e67a" providerId="ADAL" clId="{0CBBD2FD-3EE9-46E4-9FC6-B1CF95382FAE}" dt="2024-10-03T20:37:14.913" v="4283" actId="478"/>
        <pc:sldMkLst>
          <pc:docMk/>
          <pc:sldMk cId="2038371518" sldId="269"/>
        </pc:sldMkLst>
        <pc:spChg chg="add mod">
          <ac:chgData name="Sara Ebrahimkhani" userId="31d3ff1a-0aa9-4b17-a9ab-734bf788e67a" providerId="ADAL" clId="{0CBBD2FD-3EE9-46E4-9FC6-B1CF95382FAE}" dt="2024-10-02T19:01:34.100" v="4076" actId="20577"/>
          <ac:spMkLst>
            <pc:docMk/>
            <pc:sldMk cId="2038371518" sldId="269"/>
            <ac:spMk id="2" creationId="{8E0A9B78-13BA-C41D-BC42-487294AD91C0}"/>
          </ac:spMkLst>
        </pc:spChg>
        <pc:spChg chg="add mod">
          <ac:chgData name="Sara Ebrahimkhani" userId="31d3ff1a-0aa9-4b17-a9ab-734bf788e67a" providerId="ADAL" clId="{0CBBD2FD-3EE9-46E4-9FC6-B1CF95382FAE}" dt="2024-10-02T22:26:52.015" v="4197"/>
          <ac:spMkLst>
            <pc:docMk/>
            <pc:sldMk cId="2038371518" sldId="269"/>
            <ac:spMk id="3" creationId="{1E0F63BE-66C5-9E14-84BA-56EE98EA492F}"/>
          </ac:spMkLst>
        </pc:spChg>
        <pc:picChg chg="add del mod">
          <ac:chgData name="Sara Ebrahimkhani" userId="31d3ff1a-0aa9-4b17-a9ab-734bf788e67a" providerId="ADAL" clId="{0CBBD2FD-3EE9-46E4-9FC6-B1CF95382FAE}" dt="2024-10-03T20:37:14.913" v="4283" actId="478"/>
          <ac:picMkLst>
            <pc:docMk/>
            <pc:sldMk cId="2038371518" sldId="269"/>
            <ac:picMk id="5" creationId="{4D079588-C7E7-3F3B-3526-57C40742F39D}"/>
          </ac:picMkLst>
        </pc:picChg>
      </pc:sldChg>
      <pc:sldChg chg="addSp modSp new mod ord">
        <pc:chgData name="Sara Ebrahimkhani" userId="31d3ff1a-0aa9-4b17-a9ab-734bf788e67a" providerId="ADAL" clId="{0CBBD2FD-3EE9-46E4-9FC6-B1CF95382FAE}" dt="2024-10-03T20:44:26.764" v="4644"/>
        <pc:sldMkLst>
          <pc:docMk/>
          <pc:sldMk cId="2731222360" sldId="270"/>
        </pc:sldMkLst>
        <pc:spChg chg="add mod">
          <ac:chgData name="Sara Ebrahimkhani" userId="31d3ff1a-0aa9-4b17-a9ab-734bf788e67a" providerId="ADAL" clId="{0CBBD2FD-3EE9-46E4-9FC6-B1CF95382FAE}" dt="2024-10-03T20:37:45.793" v="4322" actId="313"/>
          <ac:spMkLst>
            <pc:docMk/>
            <pc:sldMk cId="2731222360" sldId="270"/>
            <ac:spMk id="2" creationId="{CA6E0802-880B-A0AE-4837-F1436713E111}"/>
          </ac:spMkLst>
        </pc:spChg>
        <pc:spChg chg="add mod">
          <ac:chgData name="Sara Ebrahimkhani" userId="31d3ff1a-0aa9-4b17-a9ab-734bf788e67a" providerId="ADAL" clId="{0CBBD2FD-3EE9-46E4-9FC6-B1CF95382FAE}" dt="2024-10-03T20:39:41.344" v="4494" actId="1037"/>
          <ac:spMkLst>
            <pc:docMk/>
            <pc:sldMk cId="2731222360" sldId="270"/>
            <ac:spMk id="3" creationId="{99538622-8923-6105-C05F-D25D58519E4F}"/>
          </ac:spMkLst>
        </pc:spChg>
        <pc:spChg chg="add mod">
          <ac:chgData name="Sara Ebrahimkhani" userId="31d3ff1a-0aa9-4b17-a9ab-734bf788e67a" providerId="ADAL" clId="{0CBBD2FD-3EE9-46E4-9FC6-B1CF95382FAE}" dt="2024-10-03T20:39:45.208" v="4517" actId="1037"/>
          <ac:spMkLst>
            <pc:docMk/>
            <pc:sldMk cId="2731222360" sldId="270"/>
            <ac:spMk id="4" creationId="{B8898751-4B20-FCA7-E5FA-A11C37CF224C}"/>
          </ac:spMkLst>
        </pc:spChg>
      </pc:sldChg>
      <pc:sldChg chg="addSp modSp new del mod">
        <pc:chgData name="Sara Ebrahimkhani" userId="31d3ff1a-0aa9-4b17-a9ab-734bf788e67a" providerId="ADAL" clId="{0CBBD2FD-3EE9-46E4-9FC6-B1CF95382FAE}" dt="2024-10-03T20:24:53.181" v="4281" actId="2696"/>
        <pc:sldMkLst>
          <pc:docMk/>
          <pc:sldMk cId="3216921423" sldId="270"/>
        </pc:sldMkLst>
        <pc:spChg chg="add mod">
          <ac:chgData name="Sara Ebrahimkhani" userId="31d3ff1a-0aa9-4b17-a9ab-734bf788e67a" providerId="ADAL" clId="{0CBBD2FD-3EE9-46E4-9FC6-B1CF95382FAE}" dt="2024-10-03T20:24:24.673" v="4280" actId="20577"/>
          <ac:spMkLst>
            <pc:docMk/>
            <pc:sldMk cId="3216921423" sldId="270"/>
            <ac:spMk id="8" creationId="{2A8FBA2F-5FEC-DF42-763E-CFDED698BD41}"/>
          </ac:spMkLst>
        </pc:spChg>
        <pc:picChg chg="add mod">
          <ac:chgData name="Sara Ebrahimkhani" userId="31d3ff1a-0aa9-4b17-a9ab-734bf788e67a" providerId="ADAL" clId="{0CBBD2FD-3EE9-46E4-9FC6-B1CF95382FAE}" dt="2024-10-03T20:24:13.864" v="4265" actId="1076"/>
          <ac:picMkLst>
            <pc:docMk/>
            <pc:sldMk cId="3216921423" sldId="270"/>
            <ac:picMk id="3" creationId="{7B934077-D469-EDCC-A5A2-C8BBFD9BC772}"/>
          </ac:picMkLst>
        </pc:picChg>
        <pc:picChg chg="add mod">
          <ac:chgData name="Sara Ebrahimkhani" userId="31d3ff1a-0aa9-4b17-a9ab-734bf788e67a" providerId="ADAL" clId="{0CBBD2FD-3EE9-46E4-9FC6-B1CF95382FAE}" dt="2024-10-03T20:23:59.136" v="4262" actId="1076"/>
          <ac:picMkLst>
            <pc:docMk/>
            <pc:sldMk cId="3216921423" sldId="270"/>
            <ac:picMk id="5" creationId="{CF67015C-8FD5-473C-C8FC-1B063909B706}"/>
          </ac:picMkLst>
        </pc:picChg>
        <pc:picChg chg="add mod">
          <ac:chgData name="Sara Ebrahimkhani" userId="31d3ff1a-0aa9-4b17-a9ab-734bf788e67a" providerId="ADAL" clId="{0CBBD2FD-3EE9-46E4-9FC6-B1CF95382FAE}" dt="2024-10-03T20:24:11.681" v="4264" actId="1076"/>
          <ac:picMkLst>
            <pc:docMk/>
            <pc:sldMk cId="3216921423" sldId="270"/>
            <ac:picMk id="7" creationId="{43B93D69-FA71-EF7F-3584-050A09C6D694}"/>
          </ac:picMkLst>
        </pc:picChg>
      </pc:sldChg>
      <pc:sldChg chg="addSp delSp modSp new mod ord modNotesTx">
        <pc:chgData name="Sara Ebrahimkhani" userId="31d3ff1a-0aa9-4b17-a9ab-734bf788e67a" providerId="ADAL" clId="{0CBBD2FD-3EE9-46E4-9FC6-B1CF95382FAE}" dt="2024-10-03T20:51:42.946" v="4781" actId="20577"/>
        <pc:sldMkLst>
          <pc:docMk/>
          <pc:sldMk cId="2398450603" sldId="271"/>
        </pc:sldMkLst>
        <pc:spChg chg="add mod">
          <ac:chgData name="Sara Ebrahimkhani" userId="31d3ff1a-0aa9-4b17-a9ab-734bf788e67a" providerId="ADAL" clId="{0CBBD2FD-3EE9-46E4-9FC6-B1CF95382FAE}" dt="2024-10-03T20:49:59.796" v="4770"/>
          <ac:spMkLst>
            <pc:docMk/>
            <pc:sldMk cId="2398450603" sldId="271"/>
            <ac:spMk id="2" creationId="{97877566-F351-A10D-DC37-C18BED5EA24A}"/>
          </ac:spMkLst>
        </pc:spChg>
        <pc:spChg chg="add del mod">
          <ac:chgData name="Sara Ebrahimkhani" userId="31d3ff1a-0aa9-4b17-a9ab-734bf788e67a" providerId="ADAL" clId="{0CBBD2FD-3EE9-46E4-9FC6-B1CF95382FAE}" dt="2024-10-03T20:42:33.115" v="4567" actId="478"/>
          <ac:spMkLst>
            <pc:docMk/>
            <pc:sldMk cId="2398450603" sldId="271"/>
            <ac:spMk id="4" creationId="{AF10869E-B9E9-A4F9-AE35-93CCA8B7A73B}"/>
          </ac:spMkLst>
        </pc:spChg>
        <pc:spChg chg="add mod">
          <ac:chgData name="Sara Ebrahimkhani" userId="31d3ff1a-0aa9-4b17-a9ab-734bf788e67a" providerId="ADAL" clId="{0CBBD2FD-3EE9-46E4-9FC6-B1CF95382FAE}" dt="2024-10-03T20:47:30.354" v="4728" actId="20577"/>
          <ac:spMkLst>
            <pc:docMk/>
            <pc:sldMk cId="2398450603" sldId="271"/>
            <ac:spMk id="5" creationId="{E6BF5FE3-7A7A-85B8-D616-89E690672786}"/>
          </ac:spMkLst>
        </pc:spChg>
      </pc:sldChg>
      <pc:sldChg chg="addSp delSp modSp add mod ord">
        <pc:chgData name="Sara Ebrahimkhani" userId="31d3ff1a-0aa9-4b17-a9ab-734bf788e67a" providerId="ADAL" clId="{0CBBD2FD-3EE9-46E4-9FC6-B1CF95382FAE}" dt="2024-10-03T20:52:03.089" v="4784" actId="6549"/>
        <pc:sldMkLst>
          <pc:docMk/>
          <pc:sldMk cId="2611500536" sldId="272"/>
        </pc:sldMkLst>
        <pc:spChg chg="mod">
          <ac:chgData name="Sara Ebrahimkhani" userId="31d3ff1a-0aa9-4b17-a9ab-734bf788e67a" providerId="ADAL" clId="{0CBBD2FD-3EE9-46E4-9FC6-B1CF95382FAE}" dt="2024-10-03T20:52:03.089" v="4784" actId="6549"/>
          <ac:spMkLst>
            <pc:docMk/>
            <pc:sldMk cId="2611500536" sldId="272"/>
            <ac:spMk id="2" creationId="{97877566-F351-A10D-DC37-C18BED5EA24A}"/>
          </ac:spMkLst>
        </pc:spChg>
        <pc:spChg chg="add del mod">
          <ac:chgData name="Sara Ebrahimkhani" userId="31d3ff1a-0aa9-4b17-a9ab-734bf788e67a" providerId="ADAL" clId="{0CBBD2FD-3EE9-46E4-9FC6-B1CF95382FAE}" dt="2024-10-03T20:48:42.092" v="4748" actId="478"/>
          <ac:spMkLst>
            <pc:docMk/>
            <pc:sldMk cId="2611500536" sldId="272"/>
            <ac:spMk id="4" creationId="{ECFFF28C-2DA7-7BC1-2884-613E3AE1CEFE}"/>
          </ac:spMkLst>
        </pc:spChg>
        <pc:spChg chg="add mod">
          <ac:chgData name="Sara Ebrahimkhani" userId="31d3ff1a-0aa9-4b17-a9ab-734bf788e67a" providerId="ADAL" clId="{0CBBD2FD-3EE9-46E4-9FC6-B1CF95382FAE}" dt="2024-10-03T20:50:29.912" v="4771" actId="20577"/>
          <ac:spMkLst>
            <pc:docMk/>
            <pc:sldMk cId="2611500536" sldId="272"/>
            <ac:spMk id="5" creationId="{9311A4AF-8F1B-E2F1-AFFB-3A6266A1F9F9}"/>
          </ac:spMkLst>
        </pc:spChg>
      </pc:sldChg>
      <pc:sldChg chg="new del ord">
        <pc:chgData name="Sara Ebrahimkhani" userId="31d3ff1a-0aa9-4b17-a9ab-734bf788e67a" providerId="ADAL" clId="{0CBBD2FD-3EE9-46E4-9FC6-B1CF95382FAE}" dt="2024-10-03T20:52:50.207" v="4788" actId="47"/>
        <pc:sldMkLst>
          <pc:docMk/>
          <pc:sldMk cId="1449903755" sldId="273"/>
        </pc:sldMkLst>
      </pc:sldChg>
      <pc:sldMasterChg chg="addSp modSp mod">
        <pc:chgData name="Sara Ebrahimkhani" userId="31d3ff1a-0aa9-4b17-a9ab-734bf788e67a" providerId="ADAL" clId="{0CBBD2FD-3EE9-46E4-9FC6-B1CF95382FAE}" dt="2024-10-02T01:54:48.146" v="2942" actId="207"/>
        <pc:sldMasterMkLst>
          <pc:docMk/>
          <pc:sldMasterMk cId="3677568507" sldId="2147483648"/>
        </pc:sldMasterMkLst>
        <pc:spChg chg="mod">
          <ac:chgData name="Sara Ebrahimkhani" userId="31d3ff1a-0aa9-4b17-a9ab-734bf788e67a" providerId="ADAL" clId="{0CBBD2FD-3EE9-46E4-9FC6-B1CF95382FAE}" dt="2024-10-02T01:54:12.301" v="2937" actId="207"/>
          <ac:spMkLst>
            <pc:docMk/>
            <pc:sldMasterMk cId="3677568507" sldId="2147483648"/>
            <ac:spMk id="8" creationId="{98772F12-8DCB-CC95-BB38-99228D98A1B9}"/>
          </ac:spMkLst>
        </pc:spChg>
        <pc:spChg chg="mod">
          <ac:chgData name="Sara Ebrahimkhani" userId="31d3ff1a-0aa9-4b17-a9ab-734bf788e67a" providerId="ADAL" clId="{0CBBD2FD-3EE9-46E4-9FC6-B1CF95382FAE}" dt="2024-10-02T01:54:48.146" v="2942" actId="207"/>
          <ac:spMkLst>
            <pc:docMk/>
            <pc:sldMasterMk cId="3677568507" sldId="2147483648"/>
            <ac:spMk id="9" creationId="{82E74AF6-D178-128C-1286-E432AE3837AE}"/>
          </ac:spMkLst>
        </pc:spChg>
        <pc:spChg chg="mod">
          <ac:chgData name="Sara Ebrahimkhani" userId="31d3ff1a-0aa9-4b17-a9ab-734bf788e67a" providerId="ADAL" clId="{0CBBD2FD-3EE9-46E4-9FC6-B1CF95382FAE}" dt="2024-10-02T01:54:35.868" v="2941" actId="207"/>
          <ac:spMkLst>
            <pc:docMk/>
            <pc:sldMasterMk cId="3677568507" sldId="2147483648"/>
            <ac:spMk id="10" creationId="{315EBBB6-0177-E855-F9CE-DFCE5D202D87}"/>
          </ac:spMkLst>
        </pc:spChg>
        <pc:spChg chg="mod">
          <ac:chgData name="Sara Ebrahimkhani" userId="31d3ff1a-0aa9-4b17-a9ab-734bf788e67a" providerId="ADAL" clId="{0CBBD2FD-3EE9-46E4-9FC6-B1CF95382FAE}" dt="2024-10-02T01:54:25.660" v="2939" actId="207"/>
          <ac:spMkLst>
            <pc:docMk/>
            <pc:sldMasterMk cId="3677568507" sldId="2147483648"/>
            <ac:spMk id="11" creationId="{573252FD-0D3E-27F1-D259-88C904C04E99}"/>
          </ac:spMkLst>
        </pc:spChg>
        <pc:grpChg chg="add mod">
          <ac:chgData name="Sara Ebrahimkhani" userId="31d3ff1a-0aa9-4b17-a9ab-734bf788e67a" providerId="ADAL" clId="{0CBBD2FD-3EE9-46E4-9FC6-B1CF95382FAE}" dt="2024-10-02T01:50:36.831" v="2918"/>
          <ac:grpSpMkLst>
            <pc:docMk/>
            <pc:sldMasterMk cId="3677568507" sldId="2147483648"/>
            <ac:grpSpMk id="7" creationId="{2A7C8AC6-AF04-BBB2-5BF8-405DE197291C}"/>
          </ac:grpSpMkLst>
        </pc:grp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84DBFAE-D5F1-433C-8F7D-42AD96284407}" type="datetimeFigureOut">
              <a:rPr lang="en-US" smtClean="0"/>
              <a:t>10/4/2024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C07DE40-F17C-46F9-BF6A-B70EB9C1C1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00070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07DE40-F17C-46F9-BF6A-B70EB9C1C1C9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717321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07DE40-F17C-46F9-BF6A-B70EB9C1C1C9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181191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07DE40-F17C-46F9-BF6A-B70EB9C1C1C9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843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07DE40-F17C-46F9-BF6A-B70EB9C1C1C9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665199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90170" lvl="0" algn="just">
              <a:lnSpc>
                <a:spcPct val="107000"/>
              </a:lnSpc>
              <a:spcAft>
                <a:spcPts val="800"/>
              </a:spcAft>
            </a:pPr>
            <a:r>
              <a:rPr lang="en-US" sz="1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During the validation process, I identified a discrepancy in the </a:t>
            </a:r>
            <a:r>
              <a:rPr lang="en-US" sz="12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ALC table</a:t>
            </a:r>
            <a:r>
              <a:rPr lang="en-US" sz="1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. Specifically, I noticed that the </a:t>
            </a:r>
            <a:r>
              <a:rPr lang="en-US" sz="12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Total ALC Count</a:t>
            </a:r>
            <a:r>
              <a:rPr lang="en-US" sz="1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did not always match the sum of </a:t>
            </a:r>
            <a:r>
              <a:rPr lang="en-US" sz="12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ALC Counts</a:t>
            </a:r>
            <a:r>
              <a:rPr lang="en-US" sz="1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for </a:t>
            </a:r>
            <a:r>
              <a:rPr lang="en-US" sz="12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Sites 1, 2, and 3</a:t>
            </a:r>
            <a:r>
              <a:rPr lang="en-US" sz="1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. Initially, I assumed that the total might include </a:t>
            </a:r>
            <a:r>
              <a:rPr lang="en-US" sz="12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Sites 4 and 5</a:t>
            </a:r>
            <a:r>
              <a:rPr lang="en-US" sz="1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, but upon closer inspection, I discovered that the total was sometimes less than the sum for certain records.</a:t>
            </a:r>
          </a:p>
          <a:p>
            <a:pPr marL="90170" lvl="0" algn="just">
              <a:lnSpc>
                <a:spcPct val="107000"/>
              </a:lnSpc>
              <a:spcAft>
                <a:spcPts val="800"/>
              </a:spcAft>
            </a:pPr>
            <a:r>
              <a:rPr lang="en-US" sz="1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Understanding the data collection process in more detail could help clarify this issue. There are a few possible explanations for the discrepancy: some data may have been </a:t>
            </a:r>
            <a:r>
              <a:rPr lang="en-US" sz="12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excluded</a:t>
            </a:r>
            <a:r>
              <a:rPr lang="en-US" sz="1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from the total due to missing information or failing to meet specific inclusion criteria. Another possibility is that some records were </a:t>
            </a:r>
            <a:r>
              <a:rPr lang="en-US" sz="12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counted multiple times</a:t>
            </a:r>
            <a:r>
              <a:rPr lang="en-US" sz="1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—perhaps a patient was assigned to more than one designation. Although the catalog states that patients are assigned to a single designation at a time, it also notes that this policy may change. Lastly, there could have been </a:t>
            </a:r>
            <a:r>
              <a:rPr lang="en-US" sz="12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data entry errors</a:t>
            </a:r>
            <a:r>
              <a:rPr lang="en-US" sz="1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.</a:t>
            </a:r>
          </a:p>
          <a:p>
            <a:pPr marL="90170" lvl="0" algn="just">
              <a:lnSpc>
                <a:spcPct val="107000"/>
              </a:lnSpc>
              <a:spcAft>
                <a:spcPts val="800"/>
              </a:spcAft>
            </a:pPr>
            <a:r>
              <a:rPr lang="en-US" sz="1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Initially, I explored the possibility of estimating the total for these records by comparing the differences across designations. However, the discrepancies were present in multiple designations, not just </a:t>
            </a:r>
            <a:r>
              <a:rPr lang="en-US" sz="12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Designation 1</a:t>
            </a:r>
            <a:r>
              <a:rPr lang="en-US" sz="1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, but also in </a:t>
            </a:r>
            <a:r>
              <a:rPr lang="en-US" sz="12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Designations 4, 5, and others</a:t>
            </a:r>
            <a:r>
              <a:rPr lang="en-US" sz="1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. </a:t>
            </a:r>
          </a:p>
          <a:p>
            <a:pPr marL="90170" lvl="0" algn="just">
              <a:lnSpc>
                <a:spcPct val="107000"/>
              </a:lnSpc>
              <a:spcAft>
                <a:spcPts val="800"/>
              </a:spcAft>
            </a:pPr>
            <a:r>
              <a:rPr lang="en-US" sz="12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Given that, I decided to treat the total and sum </a:t>
            </a:r>
            <a:r>
              <a:rPr lang="en-US" sz="1200" b="1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separately</a:t>
            </a:r>
            <a:r>
              <a:rPr lang="en-US" sz="12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. For the analysis, I focus on the more </a:t>
            </a:r>
            <a:r>
              <a:rPr lang="en-US" sz="1200" b="1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detailed data</a:t>
            </a:r>
            <a:r>
              <a:rPr lang="en-US" sz="12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from Sites 1, 2, and 3, since granular data provides more accurate insights and allows for a deeper understanding of the specific contributions from each site</a:t>
            </a:r>
            <a:endParaRPr lang="en-US" dirty="0"/>
          </a:p>
          <a:p>
            <a:pPr marL="90170" lvl="0" algn="just">
              <a:lnSpc>
                <a:spcPct val="107000"/>
              </a:lnSpc>
              <a:spcAft>
                <a:spcPts val="800"/>
              </a:spcAft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07DE40-F17C-46F9-BF6A-B70EB9C1C1C9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830225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Given that, I decided to treat the total and sum </a:t>
            </a:r>
            <a:r>
              <a:rPr lang="en-US" sz="1200" b="1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separately</a:t>
            </a:r>
            <a:r>
              <a:rPr lang="en-US" sz="12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. For the analysis, I focus on the more </a:t>
            </a:r>
            <a:r>
              <a:rPr lang="en-US" sz="1200" b="1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detailed data</a:t>
            </a:r>
            <a:r>
              <a:rPr lang="en-US" sz="12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from Sites 1, 2, and 3, since granular data provides more accurate insights and allows for a deeper understanding of the specific contributions from each site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07DE40-F17C-46F9-BF6A-B70EB9C1C1C9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388460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07DE40-F17C-46F9-BF6A-B70EB9C1C1C9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955401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07DE40-F17C-46F9-BF6A-B70EB9C1C1C9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633840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07DE40-F17C-46F9-BF6A-B70EB9C1C1C9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705820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4FCB46-E1B9-17E1-A688-38E75409397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E1E35F2-7200-B205-646B-DE50F117282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89C2D9-1090-B626-4950-4079ADE059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FF3205-7E82-4A87-B382-C7D896E4ED15}" type="datetimeFigureOut">
              <a:rPr lang="en-US" smtClean="0"/>
              <a:t>10/4/2024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1B3265-64FF-A359-16CB-C0BF997112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C54700-3508-AB44-8CA5-42A6BEB268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17D7E2-9B1F-4288-9436-49EF6A326A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63503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424D08-825B-0E0B-63C4-801EC380F7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09FC5B-0123-1F30-6DEF-0CE0DCFFD9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E4E0FA-A0EF-870C-FE89-792DD8FA86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FF3205-7E82-4A87-B382-C7D896E4ED15}" type="datetimeFigureOut">
              <a:rPr lang="en-US" smtClean="0"/>
              <a:t>10/4/2024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4CA36D-94A2-AFE7-B13C-ABBEBA81B3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2CD290-55BB-83CB-511A-22A7E80C4C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17D7E2-9B1F-4288-9436-49EF6A326A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1394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B12AEA-0362-6440-9F4A-EC6C488E56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0163992-DA32-C0E7-59CF-D77D31617A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67EC22-7894-6CEF-CB95-7E8775806C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FF3205-7E82-4A87-B382-C7D896E4ED15}" type="datetimeFigureOut">
              <a:rPr lang="en-US" smtClean="0"/>
              <a:t>10/4/2024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F9CECF-B1CB-15A7-64FC-710080C83B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4B19B5-0C58-AF2E-A726-1D529C056B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17D7E2-9B1F-4288-9436-49EF6A326A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45061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E7B141-1C8C-A109-4E62-03D6B7F990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C4D582-50B1-BB31-2029-C5CAB893774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A12EE48-101C-BB4D-38C3-E30C0280379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A6E25AC-170A-676F-0AF1-BE2646C522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FF3205-7E82-4A87-B382-C7D896E4ED15}" type="datetimeFigureOut">
              <a:rPr lang="en-US" smtClean="0"/>
              <a:t>10/4/2024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EA84EF1-937F-0DE5-ED30-096D1B7250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DFAC4FB-DA12-2941-0FFC-15CC1384B6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17D7E2-9B1F-4288-9436-49EF6A326A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241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1E8630-45F4-9DAE-4B79-40B460C280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08EDB34-1452-9A0F-9FD5-A8A6C4E643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86C7EF9-30E7-AF6A-AC08-5DD97DFFE6D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20229C3-C187-499C-D69C-B93F5B46168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3F041B1-CCE4-0A60-2A2F-7EEE73E283C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6542797-D51D-7D69-6D04-99B05F5484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FF3205-7E82-4A87-B382-C7D896E4ED15}" type="datetimeFigureOut">
              <a:rPr lang="en-US" smtClean="0"/>
              <a:t>10/4/2024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71344DD-9804-3D6D-FAFF-C7CACA645E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41D8F2D-31C1-5CEF-FEA9-956D1F3C3F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17D7E2-9B1F-4288-9436-49EF6A326A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773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63913C-C5EA-0383-48D3-3C7EF6D582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5DFD9F7-F102-B290-9666-C3C3D46137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FF3205-7E82-4A87-B382-C7D896E4ED15}" type="datetimeFigureOut">
              <a:rPr lang="en-US" smtClean="0"/>
              <a:t>10/4/2024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071213A-83B5-D6C0-388A-8C05914F75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8BCA086-917A-4DF9-1921-E92CD8234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17D7E2-9B1F-4288-9436-49EF6A326A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5782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45E13B8-BCD2-91C2-73A8-EF4DC27E55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FF3205-7E82-4A87-B382-C7D896E4ED15}" type="datetimeFigureOut">
              <a:rPr lang="en-US" smtClean="0"/>
              <a:t>10/4/2024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72BC449-04E5-E964-ADAA-AE93F78B2B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C0D1B0-D46D-3580-A268-AE46301009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17D7E2-9B1F-4288-9436-49EF6A326A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63884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5303CD-5BC6-185A-C036-89EE9E69CE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AA98FA-2C4B-AB59-85B3-115669F8CF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977B8A8-30A1-A92C-4AA9-9A2312E8207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DF21599-5549-1D37-72A6-D706FC7FCD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FF3205-7E82-4A87-B382-C7D896E4ED15}" type="datetimeFigureOut">
              <a:rPr lang="en-US" smtClean="0"/>
              <a:t>10/4/2024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A80AC47-7A4C-AE5F-2559-CEB90A84EE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F218D62-B12D-937A-9C5E-6BC7F2EF52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17D7E2-9B1F-4288-9436-49EF6A326A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22486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C62C1F-05A1-7EFF-A36A-842FE1FC76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E7F4869-8E2B-3F2C-F47B-5561473BB39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766FE6D-928A-6A5D-AA95-432419CAD7C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FF23BA3-A8DF-95F9-0EFF-2FD4C2399F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FF3205-7E82-4A87-B382-C7D896E4ED15}" type="datetimeFigureOut">
              <a:rPr lang="en-US" smtClean="0"/>
              <a:t>10/4/2024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18D8FA7-4717-5055-890A-95F52D5565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2D86524-3F16-33EA-6276-9FBB72BE97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17D7E2-9B1F-4288-9436-49EF6A326A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42720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A531F8-84C5-CDE4-987B-17D323B34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CEBD969-E6AD-8E20-5CF0-3C25475A30E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6EA55F-E7F4-4881-191D-CC364C0EF9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FF3205-7E82-4A87-B382-C7D896E4ED15}" type="datetimeFigureOut">
              <a:rPr lang="en-US" smtClean="0"/>
              <a:t>10/4/2024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8D0D9C-DDE1-6BFB-8A6F-F917F02693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DE6A4C-D868-4039-2002-A2EEF818F7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17D7E2-9B1F-4288-9436-49EF6A326A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80005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4AECC2F-F683-9D2C-919F-F5FC48C8DEB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5460755-6FBE-F2A6-FDBF-B0FCA4D08A7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2FF530-A760-9BBC-C2DD-4F4D1859A8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FF3205-7E82-4A87-B382-C7D896E4ED15}" type="datetimeFigureOut">
              <a:rPr lang="en-US" smtClean="0"/>
              <a:t>10/4/2024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02BF02-E44D-7B87-1B80-F37ADBAAB1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D03905-EAD6-B94E-34E8-FDE1904043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17D7E2-9B1F-4288-9436-49EF6A326A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37071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E8C4F91-5040-569C-8D65-220DF61AA2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D05535F-E661-F8B0-8250-6AD1D3BD6C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35908C-4260-6BE9-8BF3-7E9895FA6E3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2FF3205-7E82-4A87-B382-C7D896E4ED15}" type="datetimeFigureOut">
              <a:rPr lang="en-US" smtClean="0"/>
              <a:t>10/4/2024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299671-0209-A727-8BB3-6AF583ED8C4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F7C8A5-71C4-23C6-229A-163668A3F79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D17D7E2-9B1F-4288-9436-49EF6A326AFA}" type="slidenum">
              <a:rPr lang="en-US" smtClean="0"/>
              <a:t>‹#›</a:t>
            </a:fld>
            <a:endParaRPr lang="en-US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2A7C8AC6-AF04-BBB2-5BF8-405DE197291C}"/>
              </a:ext>
            </a:extLst>
          </p:cNvPr>
          <p:cNvGrpSpPr/>
          <p:nvPr userDrawn="1"/>
        </p:nvGrpSpPr>
        <p:grpSpPr>
          <a:xfrm>
            <a:off x="0" y="0"/>
            <a:ext cx="12192000" cy="320040"/>
            <a:chOff x="421830" y="1487938"/>
            <a:chExt cx="10018760" cy="145279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98772F12-8DCB-CC95-BB38-99228D98A1B9}"/>
                </a:ext>
              </a:extLst>
            </p:cNvPr>
            <p:cNvSpPr/>
            <p:nvPr userDrawn="1"/>
          </p:nvSpPr>
          <p:spPr>
            <a:xfrm>
              <a:off x="421830" y="1487938"/>
              <a:ext cx="2532791" cy="145279"/>
            </a:xfrm>
            <a:prstGeom prst="rect">
              <a:avLst/>
            </a:prstGeom>
            <a:solidFill>
              <a:schemeClr val="tx2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accent6">
                    <a:lumMod val="20000"/>
                    <a:lumOff val="80000"/>
                  </a:schemeClr>
                </a:solidFill>
              </a:endParaRP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82E74AF6-D178-128C-1286-E432AE3837AE}"/>
                </a:ext>
              </a:extLst>
            </p:cNvPr>
            <p:cNvSpPr/>
            <p:nvPr userDrawn="1"/>
          </p:nvSpPr>
          <p:spPr>
            <a:xfrm>
              <a:off x="2928836" y="1487938"/>
              <a:ext cx="2503918" cy="145279"/>
            </a:xfrm>
            <a:prstGeom prst="rect">
              <a:avLst/>
            </a:prstGeom>
            <a:solidFill>
              <a:srgbClr val="3886D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315EBBB6-0177-E855-F9CE-DFCE5D202D87}"/>
                </a:ext>
              </a:extLst>
            </p:cNvPr>
            <p:cNvSpPr/>
            <p:nvPr userDrawn="1"/>
          </p:nvSpPr>
          <p:spPr>
            <a:xfrm>
              <a:off x="5432754" y="1487938"/>
              <a:ext cx="2503918" cy="145279"/>
            </a:xfrm>
            <a:prstGeom prst="rect">
              <a:avLst/>
            </a:prstGeom>
            <a:solidFill>
              <a:srgbClr val="78ADE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573252FD-0D3E-27F1-D259-88C904C04E99}"/>
                </a:ext>
              </a:extLst>
            </p:cNvPr>
            <p:cNvSpPr/>
            <p:nvPr userDrawn="1"/>
          </p:nvSpPr>
          <p:spPr>
            <a:xfrm>
              <a:off x="7936672" y="1487938"/>
              <a:ext cx="2503918" cy="145279"/>
            </a:xfrm>
            <a:prstGeom prst="rect">
              <a:avLst/>
            </a:prstGeom>
            <a:solidFill>
              <a:srgbClr val="A6C9E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6775685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public.tableau.com/app/profile/sara.ebrahimkhani/viz/SokoviaHealthcareNetworkDashboard/Dashboard" TargetMode="Externa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B7CA82-D60B-DB8A-194E-CC4D1919F69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/>
              <a:t>Business Solution Analyst Case Interview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4EF25BC-167A-3626-6F9E-CF26D0F4CE1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 anchor="b">
            <a:normAutofit/>
          </a:bodyPr>
          <a:lstStyle/>
          <a:p>
            <a:r>
              <a:rPr lang="en-US" sz="1600" b="1" dirty="0"/>
              <a:t>October 2024</a:t>
            </a:r>
          </a:p>
        </p:txBody>
      </p:sp>
    </p:spTree>
    <p:extLst>
      <p:ext uri="{BB962C8B-B14F-4D97-AF65-F5344CB8AC3E}">
        <p14:creationId xmlns:p14="http://schemas.microsoft.com/office/powerpoint/2010/main" val="9664736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TextBox 32">
            <a:extLst>
              <a:ext uri="{FF2B5EF4-FFF2-40B4-BE49-F238E27FC236}">
                <a16:creationId xmlns:a16="http://schemas.microsoft.com/office/drawing/2014/main" id="{FA96E1B0-D9B8-596B-830C-ED1B9B19883C}"/>
              </a:ext>
            </a:extLst>
          </p:cNvPr>
          <p:cNvSpPr txBox="1"/>
          <p:nvPr/>
        </p:nvSpPr>
        <p:spPr>
          <a:xfrm>
            <a:off x="540571" y="582194"/>
            <a:ext cx="7420087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b="1" dirty="0" err="1"/>
              <a:t>Sokovia</a:t>
            </a:r>
            <a:r>
              <a:rPr lang="en-US" sz="4000" b="1" dirty="0"/>
              <a:t> Healthcare Network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67ED8DAA-CB33-07F7-D588-490763C16B7A}"/>
              </a:ext>
            </a:extLst>
          </p:cNvPr>
          <p:cNvGrpSpPr/>
          <p:nvPr/>
        </p:nvGrpSpPr>
        <p:grpSpPr>
          <a:xfrm>
            <a:off x="4241219" y="1620952"/>
            <a:ext cx="1312523" cy="1584183"/>
            <a:chOff x="5439738" y="5120191"/>
            <a:chExt cx="1312523" cy="1584183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19F53623-EA15-AFCA-610D-81FBBD262915}"/>
                </a:ext>
              </a:extLst>
            </p:cNvPr>
            <p:cNvSpPr txBox="1"/>
            <p:nvPr/>
          </p:nvSpPr>
          <p:spPr>
            <a:xfrm>
              <a:off x="5603015" y="6365820"/>
              <a:ext cx="1018572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>
                  <a:solidFill>
                    <a:srgbClr val="5C819E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Site #2</a:t>
              </a:r>
            </a:p>
          </p:txBody>
        </p:sp>
        <p:pic>
          <p:nvPicPr>
            <p:cNvPr id="10" name="Picture 9" descr="A hospital building with a ambulance&#10;&#10;Description automatically generated">
              <a:extLst>
                <a:ext uri="{FF2B5EF4-FFF2-40B4-BE49-F238E27FC236}">
                  <a16:creationId xmlns:a16="http://schemas.microsoft.com/office/drawing/2014/main" id="{A4C3B5BF-6C4E-84CE-9B4A-64B92D7673C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439738" y="5120191"/>
              <a:ext cx="1312523" cy="1312523"/>
            </a:xfrm>
            <a:prstGeom prst="rect">
              <a:avLst/>
            </a:prstGeom>
            <a:ln>
              <a:noFill/>
            </a:ln>
            <a:effectLst>
              <a:softEdge rad="112500"/>
            </a:effectLst>
          </p:spPr>
        </p:pic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A5ADDB39-0BA0-FDF2-B9EE-FDEEB1186E77}"/>
              </a:ext>
            </a:extLst>
          </p:cNvPr>
          <p:cNvGrpSpPr/>
          <p:nvPr/>
        </p:nvGrpSpPr>
        <p:grpSpPr>
          <a:xfrm>
            <a:off x="2370477" y="3425477"/>
            <a:ext cx="1312523" cy="1584183"/>
            <a:chOff x="5439738" y="5120191"/>
            <a:chExt cx="1312523" cy="1584183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948432E1-41BA-D22C-AEE7-16C15C843D50}"/>
                </a:ext>
              </a:extLst>
            </p:cNvPr>
            <p:cNvSpPr txBox="1"/>
            <p:nvPr/>
          </p:nvSpPr>
          <p:spPr>
            <a:xfrm>
              <a:off x="5603015" y="6365820"/>
              <a:ext cx="1018572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>
                  <a:solidFill>
                    <a:srgbClr val="5C819E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Site #1</a:t>
              </a:r>
            </a:p>
          </p:txBody>
        </p:sp>
        <p:pic>
          <p:nvPicPr>
            <p:cNvPr id="14" name="Picture 13" descr="A hospital building with a ambulance&#10;&#10;Description automatically generated">
              <a:extLst>
                <a:ext uri="{FF2B5EF4-FFF2-40B4-BE49-F238E27FC236}">
                  <a16:creationId xmlns:a16="http://schemas.microsoft.com/office/drawing/2014/main" id="{1B99E93F-8CD4-37A6-7310-720E3507E0E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439738" y="5120191"/>
              <a:ext cx="1312523" cy="1312523"/>
            </a:xfrm>
            <a:prstGeom prst="rect">
              <a:avLst/>
            </a:prstGeom>
            <a:ln>
              <a:noFill/>
            </a:ln>
            <a:effectLst>
              <a:softEdge rad="112500"/>
            </a:effectLst>
          </p:spPr>
        </p:pic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F4B502D-C1EB-F733-AD1F-D5E5B758028D}"/>
              </a:ext>
            </a:extLst>
          </p:cNvPr>
          <p:cNvGrpSpPr/>
          <p:nvPr/>
        </p:nvGrpSpPr>
        <p:grpSpPr>
          <a:xfrm>
            <a:off x="6762138" y="1620952"/>
            <a:ext cx="1312523" cy="1584183"/>
            <a:chOff x="5439738" y="5120191"/>
            <a:chExt cx="1312523" cy="1584183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929C73CA-4187-C8B4-8A20-E76832A2CA9D}"/>
                </a:ext>
              </a:extLst>
            </p:cNvPr>
            <p:cNvSpPr txBox="1"/>
            <p:nvPr/>
          </p:nvSpPr>
          <p:spPr>
            <a:xfrm>
              <a:off x="5603015" y="6365820"/>
              <a:ext cx="1018572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>
                  <a:solidFill>
                    <a:srgbClr val="5C819E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Site #3</a:t>
              </a:r>
            </a:p>
          </p:txBody>
        </p:sp>
        <p:pic>
          <p:nvPicPr>
            <p:cNvPr id="18" name="Picture 17" descr="A hospital building with a ambulance&#10;&#10;Description automatically generated">
              <a:extLst>
                <a:ext uri="{FF2B5EF4-FFF2-40B4-BE49-F238E27FC236}">
                  <a16:creationId xmlns:a16="http://schemas.microsoft.com/office/drawing/2014/main" id="{C2A58B1F-A07A-076B-819C-8F12DA96701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439738" y="5120191"/>
              <a:ext cx="1312523" cy="1312523"/>
            </a:xfrm>
            <a:prstGeom prst="rect">
              <a:avLst/>
            </a:prstGeom>
            <a:ln>
              <a:noFill/>
            </a:ln>
            <a:effectLst>
              <a:softEdge rad="112500"/>
            </a:effectLst>
          </p:spPr>
        </p:pic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C36AEDA9-D2B4-E17D-4E2F-8DDECEDC5214}"/>
              </a:ext>
            </a:extLst>
          </p:cNvPr>
          <p:cNvGrpSpPr/>
          <p:nvPr/>
        </p:nvGrpSpPr>
        <p:grpSpPr>
          <a:xfrm>
            <a:off x="8482201" y="3425477"/>
            <a:ext cx="1312523" cy="1584183"/>
            <a:chOff x="5439738" y="5120191"/>
            <a:chExt cx="1312523" cy="1584183"/>
          </a:xfrm>
        </p:grpSpPr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26493213-65B2-4B78-5915-F141DBF23067}"/>
                </a:ext>
              </a:extLst>
            </p:cNvPr>
            <p:cNvSpPr txBox="1"/>
            <p:nvPr/>
          </p:nvSpPr>
          <p:spPr>
            <a:xfrm>
              <a:off x="5603015" y="6365820"/>
              <a:ext cx="1018572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>
                  <a:solidFill>
                    <a:srgbClr val="5C819E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Site #4</a:t>
              </a:r>
            </a:p>
          </p:txBody>
        </p:sp>
        <p:pic>
          <p:nvPicPr>
            <p:cNvPr id="35" name="Picture 34" descr="A hospital building with a ambulance&#10;&#10;Description automatically generated">
              <a:extLst>
                <a:ext uri="{FF2B5EF4-FFF2-40B4-BE49-F238E27FC236}">
                  <a16:creationId xmlns:a16="http://schemas.microsoft.com/office/drawing/2014/main" id="{3DF28CE0-E707-DD94-49D3-3E3EC595EC8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439738" y="5120191"/>
              <a:ext cx="1312523" cy="1312523"/>
            </a:xfrm>
            <a:prstGeom prst="rect">
              <a:avLst/>
            </a:prstGeom>
            <a:ln>
              <a:noFill/>
            </a:ln>
            <a:effectLst>
              <a:softEdge rad="112500"/>
            </a:effectLst>
          </p:spPr>
        </p:pic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7225B7E9-EC14-9CE7-C623-450FBEB32C3B}"/>
              </a:ext>
            </a:extLst>
          </p:cNvPr>
          <p:cNvGrpSpPr/>
          <p:nvPr/>
        </p:nvGrpSpPr>
        <p:grpSpPr>
          <a:xfrm>
            <a:off x="5423068" y="5015881"/>
            <a:ext cx="1312523" cy="1584183"/>
            <a:chOff x="5439738" y="5120191"/>
            <a:chExt cx="1312523" cy="1584183"/>
          </a:xfrm>
        </p:grpSpPr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E36AEAA0-0494-055A-D077-062C82E3907C}"/>
                </a:ext>
              </a:extLst>
            </p:cNvPr>
            <p:cNvSpPr txBox="1"/>
            <p:nvPr/>
          </p:nvSpPr>
          <p:spPr>
            <a:xfrm>
              <a:off x="5603015" y="6365820"/>
              <a:ext cx="1018572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>
                  <a:solidFill>
                    <a:srgbClr val="5C819E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Site #5</a:t>
              </a:r>
            </a:p>
          </p:txBody>
        </p:sp>
        <p:pic>
          <p:nvPicPr>
            <p:cNvPr id="38" name="Picture 37" descr="A hospital building with a ambulance&#10;&#10;Description automatically generated">
              <a:extLst>
                <a:ext uri="{FF2B5EF4-FFF2-40B4-BE49-F238E27FC236}">
                  <a16:creationId xmlns:a16="http://schemas.microsoft.com/office/drawing/2014/main" id="{43BE173D-A6D6-9FB9-8D6F-3791361A577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439738" y="5120191"/>
              <a:ext cx="1312523" cy="1312523"/>
            </a:xfrm>
            <a:prstGeom prst="rect">
              <a:avLst/>
            </a:prstGeom>
            <a:ln>
              <a:noFill/>
            </a:ln>
            <a:effectLst>
              <a:softEdge rad="112500"/>
            </a:effectLst>
          </p:spPr>
        </p:pic>
      </p:grpSp>
    </p:spTree>
    <p:extLst>
      <p:ext uri="{BB962C8B-B14F-4D97-AF65-F5344CB8AC3E}">
        <p14:creationId xmlns:p14="http://schemas.microsoft.com/office/powerpoint/2010/main" val="28416587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 hospital room with a bed and medical equipment&#10;&#10;Description automatically generated">
            <a:extLst>
              <a:ext uri="{FF2B5EF4-FFF2-40B4-BE49-F238E27FC236}">
                <a16:creationId xmlns:a16="http://schemas.microsoft.com/office/drawing/2014/main" id="{C3CEB9C8-DAED-003B-60EF-ABF15C174BD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679" b="11479"/>
          <a:stretch/>
        </p:blipFill>
        <p:spPr>
          <a:xfrm>
            <a:off x="5491930" y="3382610"/>
            <a:ext cx="1573900" cy="1616779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/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874144D-21C7-F8C2-BEA9-F3D4C856B49E}"/>
              </a:ext>
            </a:extLst>
          </p:cNvPr>
          <p:cNvSpPr txBox="1"/>
          <p:nvPr/>
        </p:nvSpPr>
        <p:spPr>
          <a:xfrm>
            <a:off x="3139440" y="2594094"/>
            <a:ext cx="10136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ED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883463C-0A8E-53C4-0D4F-A7AD4FEF4E96}"/>
              </a:ext>
            </a:extLst>
          </p:cNvPr>
          <p:cNvSpPr txBox="1"/>
          <p:nvPr/>
        </p:nvSpPr>
        <p:spPr>
          <a:xfrm>
            <a:off x="3139439" y="4006334"/>
            <a:ext cx="10136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Direct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E82FED7-ED0D-8F17-BDA6-E814F3F3A347}"/>
              </a:ext>
            </a:extLst>
          </p:cNvPr>
          <p:cNvSpPr txBox="1"/>
          <p:nvPr/>
        </p:nvSpPr>
        <p:spPr>
          <a:xfrm>
            <a:off x="3139440" y="5377934"/>
            <a:ext cx="10136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Surgical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B64C93E-AD1C-601E-9EB7-1A866A527103}"/>
              </a:ext>
            </a:extLst>
          </p:cNvPr>
          <p:cNvSpPr txBox="1"/>
          <p:nvPr/>
        </p:nvSpPr>
        <p:spPr>
          <a:xfrm>
            <a:off x="2679925" y="1769590"/>
            <a:ext cx="21945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00B050"/>
                </a:solidFill>
              </a:rPr>
              <a:t>Admissions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F8BF65E-EAC7-8FD9-11A9-7A9C8B8E16E8}"/>
              </a:ext>
            </a:extLst>
          </p:cNvPr>
          <p:cNvSpPr txBox="1"/>
          <p:nvPr/>
        </p:nvSpPr>
        <p:spPr>
          <a:xfrm>
            <a:off x="8343675" y="1747549"/>
            <a:ext cx="31191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chemeClr val="accent2">
                    <a:lumMod val="75000"/>
                  </a:schemeClr>
                </a:solidFill>
              </a:rPr>
              <a:t>Separations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49DC6EE-FDBD-3511-28A8-C26DB0D3AAD8}"/>
              </a:ext>
            </a:extLst>
          </p:cNvPr>
          <p:cNvSpPr txBox="1"/>
          <p:nvPr/>
        </p:nvSpPr>
        <p:spPr>
          <a:xfrm>
            <a:off x="8363995" y="2594094"/>
            <a:ext cx="36474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Against Medical Advice Discharge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043EC47-EE51-33F2-5F4A-D6F92D63FD22}"/>
              </a:ext>
            </a:extLst>
          </p:cNvPr>
          <p:cNvSpPr txBox="1"/>
          <p:nvPr/>
        </p:nvSpPr>
        <p:spPr>
          <a:xfrm>
            <a:off x="8363995" y="3986014"/>
            <a:ext cx="31191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Medical Discharge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B1643CF-2EFA-66D1-8E27-C85A4267804A}"/>
              </a:ext>
            </a:extLst>
          </p:cNvPr>
          <p:cNvSpPr txBox="1"/>
          <p:nvPr/>
        </p:nvSpPr>
        <p:spPr>
          <a:xfrm>
            <a:off x="8363995" y="5377934"/>
            <a:ext cx="31191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Death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6B42F29A-4CC1-5D3B-ED73-66976F7EE304}"/>
              </a:ext>
            </a:extLst>
          </p:cNvPr>
          <p:cNvCxnSpPr>
            <a:cxnSpLocks/>
            <a:stCxn id="11" idx="3"/>
            <a:endCxn id="8" idx="1"/>
          </p:cNvCxnSpPr>
          <p:nvPr/>
        </p:nvCxnSpPr>
        <p:spPr>
          <a:xfrm flipV="1">
            <a:off x="7065830" y="2778760"/>
            <a:ext cx="1298165" cy="141224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F04D98C9-A9A7-FED5-FB23-81E69549EBB2}"/>
              </a:ext>
            </a:extLst>
          </p:cNvPr>
          <p:cNvCxnSpPr>
            <a:cxnSpLocks/>
            <a:stCxn id="11" idx="3"/>
            <a:endCxn id="9" idx="1"/>
          </p:cNvCxnSpPr>
          <p:nvPr/>
        </p:nvCxnSpPr>
        <p:spPr>
          <a:xfrm flipV="1">
            <a:off x="7065830" y="4170680"/>
            <a:ext cx="1298165" cy="2032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6AD217F1-5859-A1CF-BB82-2AA8B526762D}"/>
              </a:ext>
            </a:extLst>
          </p:cNvPr>
          <p:cNvCxnSpPr>
            <a:cxnSpLocks/>
            <a:stCxn id="11" idx="3"/>
            <a:endCxn id="10" idx="1"/>
          </p:cNvCxnSpPr>
          <p:nvPr/>
        </p:nvCxnSpPr>
        <p:spPr>
          <a:xfrm>
            <a:off x="7065830" y="4191000"/>
            <a:ext cx="1298165" cy="13716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3CE188BE-BF7C-06F3-73AB-F530F4CEB85F}"/>
              </a:ext>
            </a:extLst>
          </p:cNvPr>
          <p:cNvCxnSpPr>
            <a:cxnSpLocks/>
            <a:stCxn id="2" idx="3"/>
          </p:cNvCxnSpPr>
          <p:nvPr/>
        </p:nvCxnSpPr>
        <p:spPr>
          <a:xfrm>
            <a:off x="4153125" y="2778760"/>
            <a:ext cx="1298165" cy="141224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1C14E141-ED9E-3E53-BDCE-2A0F63FE0829}"/>
              </a:ext>
            </a:extLst>
          </p:cNvPr>
          <p:cNvCxnSpPr>
            <a:cxnSpLocks/>
            <a:stCxn id="3" idx="3"/>
          </p:cNvCxnSpPr>
          <p:nvPr/>
        </p:nvCxnSpPr>
        <p:spPr>
          <a:xfrm>
            <a:off x="4153124" y="4191000"/>
            <a:ext cx="1298166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3ECAB5B0-85A3-871F-8C3D-6B65A091033E}"/>
              </a:ext>
            </a:extLst>
          </p:cNvPr>
          <p:cNvCxnSpPr>
            <a:cxnSpLocks/>
            <a:stCxn id="4" idx="3"/>
          </p:cNvCxnSpPr>
          <p:nvPr/>
        </p:nvCxnSpPr>
        <p:spPr>
          <a:xfrm flipV="1">
            <a:off x="4153125" y="4191000"/>
            <a:ext cx="1298165" cy="13716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Rectangle 48">
            <a:extLst>
              <a:ext uri="{FF2B5EF4-FFF2-40B4-BE49-F238E27FC236}">
                <a16:creationId xmlns:a16="http://schemas.microsoft.com/office/drawing/2014/main" id="{BAB8B38D-4D6B-FDFA-0BA9-6684B6AB6A22}"/>
              </a:ext>
            </a:extLst>
          </p:cNvPr>
          <p:cNvSpPr/>
          <p:nvPr/>
        </p:nvSpPr>
        <p:spPr>
          <a:xfrm>
            <a:off x="3001314" y="2286000"/>
            <a:ext cx="1509727" cy="3655183"/>
          </a:xfrm>
          <a:prstGeom prst="rect">
            <a:avLst/>
          </a:prstGeom>
          <a:noFill/>
          <a:ln w="19050">
            <a:solidFill>
              <a:srgbClr val="00B05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7F4ED641-5C8B-58CE-E2FC-40D5B4DD0794}"/>
              </a:ext>
            </a:extLst>
          </p:cNvPr>
          <p:cNvSpPr/>
          <p:nvPr/>
        </p:nvSpPr>
        <p:spPr>
          <a:xfrm>
            <a:off x="8106072" y="2286000"/>
            <a:ext cx="3760808" cy="3648581"/>
          </a:xfrm>
          <a:prstGeom prst="rect">
            <a:avLst/>
          </a:prstGeom>
          <a:noFill/>
          <a:ln w="19050">
            <a:solidFill>
              <a:schemeClr val="accent2">
                <a:lumMod val="75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047BCF3E-2184-55A4-7E96-09CC25E57D59}"/>
              </a:ext>
            </a:extLst>
          </p:cNvPr>
          <p:cNvSpPr txBox="1"/>
          <p:nvPr/>
        </p:nvSpPr>
        <p:spPr>
          <a:xfrm>
            <a:off x="518160" y="2604254"/>
            <a:ext cx="11578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ED Visits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6755CF34-2B0B-8FAA-DC95-B2A964A8E955}"/>
              </a:ext>
            </a:extLst>
          </p:cNvPr>
          <p:cNvSpPr txBox="1"/>
          <p:nvPr/>
        </p:nvSpPr>
        <p:spPr>
          <a:xfrm>
            <a:off x="315940" y="6312655"/>
            <a:ext cx="15623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ED Discharge</a:t>
            </a:r>
          </a:p>
        </p:txBody>
      </p: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A7E83452-C303-6A9A-5540-6C94C68ACD58}"/>
              </a:ext>
            </a:extLst>
          </p:cNvPr>
          <p:cNvCxnSpPr>
            <a:cxnSpLocks/>
            <a:stCxn id="55" idx="3"/>
            <a:endCxn id="2" idx="1"/>
          </p:cNvCxnSpPr>
          <p:nvPr/>
        </p:nvCxnSpPr>
        <p:spPr>
          <a:xfrm flipV="1">
            <a:off x="1676047" y="2778760"/>
            <a:ext cx="1463393" cy="101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4F09AA80-08A8-BD02-FE60-0CEF9EA0ED91}"/>
              </a:ext>
            </a:extLst>
          </p:cNvPr>
          <p:cNvCxnSpPr>
            <a:cxnSpLocks/>
            <a:stCxn id="55" idx="2"/>
            <a:endCxn id="56" idx="0"/>
          </p:cNvCxnSpPr>
          <p:nvPr/>
        </p:nvCxnSpPr>
        <p:spPr>
          <a:xfrm flipH="1">
            <a:off x="1097103" y="2973586"/>
            <a:ext cx="1" cy="333906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" name="TextBox 64">
            <a:extLst>
              <a:ext uri="{FF2B5EF4-FFF2-40B4-BE49-F238E27FC236}">
                <a16:creationId xmlns:a16="http://schemas.microsoft.com/office/drawing/2014/main" id="{FD699C79-6C0E-DCE2-DF2C-1189A5F89791}"/>
              </a:ext>
            </a:extLst>
          </p:cNvPr>
          <p:cNvSpPr txBox="1"/>
          <p:nvPr/>
        </p:nvSpPr>
        <p:spPr>
          <a:xfrm>
            <a:off x="1774133" y="2317095"/>
            <a:ext cx="112909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solidFill>
                  <a:schemeClr val="accent5">
                    <a:lumMod val="75000"/>
                  </a:schemeClr>
                </a:solidFill>
              </a:rPr>
              <a:t>ED Admission Rate (%)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35D1C19-5A8A-4463-176F-5B6DCB449136}"/>
              </a:ext>
            </a:extLst>
          </p:cNvPr>
          <p:cNvSpPr txBox="1"/>
          <p:nvPr/>
        </p:nvSpPr>
        <p:spPr>
          <a:xfrm>
            <a:off x="540571" y="582194"/>
            <a:ext cx="7420087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b="1" dirty="0"/>
              <a:t>Hospital Ward Flow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F0D84D4-EE3D-9FB5-52A7-AA0DAF122269}"/>
              </a:ext>
            </a:extLst>
          </p:cNvPr>
          <p:cNvSpPr txBox="1"/>
          <p:nvPr/>
        </p:nvSpPr>
        <p:spPr>
          <a:xfrm>
            <a:off x="5187746" y="2872068"/>
            <a:ext cx="21945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3886D4"/>
                </a:solidFill>
              </a:rPr>
              <a:t>Inpatient Beds</a:t>
            </a:r>
          </a:p>
        </p:txBody>
      </p:sp>
    </p:spTree>
    <p:extLst>
      <p:ext uri="{BB962C8B-B14F-4D97-AF65-F5344CB8AC3E}">
        <p14:creationId xmlns:p14="http://schemas.microsoft.com/office/powerpoint/2010/main" val="29602062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500"/>
                            </p:stCondLst>
                            <p:childTnLst>
                              <p:par>
                                <p:cTn id="41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43" dur="1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500"/>
                            </p:stCondLst>
                            <p:childTnLst>
                              <p:par>
                                <p:cTn id="68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0" dur="1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4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500"/>
                            </p:stCondLst>
                            <p:childTnLst>
                              <p:par>
                                <p:cTn id="77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8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0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5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8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/>
      <p:bldP spid="5" grpId="1"/>
      <p:bldP spid="6" grpId="0"/>
      <p:bldP spid="6" grpId="1"/>
      <p:bldP spid="8" grpId="0"/>
      <p:bldP spid="9" grpId="0"/>
      <p:bldP spid="10" grpId="0"/>
      <p:bldP spid="49" grpId="0" animBg="1"/>
      <p:bldP spid="49" grpId="1" animBg="1"/>
      <p:bldP spid="50" grpId="0" animBg="1"/>
      <p:bldP spid="50" grpId="1" animBg="1"/>
      <p:bldP spid="55" grpId="0"/>
      <p:bldP spid="56" grpId="0"/>
      <p:bldP spid="65" grpId="0"/>
      <p:bldP spid="1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7877566-F351-A10D-DC37-C18BED5EA24A}"/>
              </a:ext>
            </a:extLst>
          </p:cNvPr>
          <p:cNvSpPr txBox="1"/>
          <p:nvPr/>
        </p:nvSpPr>
        <p:spPr>
          <a:xfrm>
            <a:off x="540571" y="582194"/>
            <a:ext cx="7420087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b="1" dirty="0"/>
              <a:t>Assumptions on Data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311A4AF-8F1B-E2F1-AFFB-3A6266A1F9F9}"/>
              </a:ext>
            </a:extLst>
          </p:cNvPr>
          <p:cNvSpPr txBox="1"/>
          <p:nvPr/>
        </p:nvSpPr>
        <p:spPr>
          <a:xfrm>
            <a:off x="1005839" y="1621691"/>
            <a:ext cx="10313802" cy="24845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285750" indent="-285750">
              <a:lnSpc>
                <a:spcPct val="150000"/>
              </a:lnSpc>
              <a:buFont typeface="Arial" panose="020B0604020202020204" pitchFamily="34" charset="0"/>
              <a:buChar char="•"/>
              <a:defRPr sz="2000"/>
            </a:lvl1pPr>
          </a:lstStyle>
          <a:p>
            <a:pPr>
              <a:lnSpc>
                <a:spcPct val="250000"/>
              </a:lnSpc>
              <a:spcAft>
                <a:spcPts val="800"/>
              </a:spcAft>
            </a:pPr>
            <a:r>
              <a:rPr lang="en-US" b="1" dirty="0"/>
              <a:t>Discharges</a:t>
            </a:r>
            <a:r>
              <a:rPr lang="en-US" dirty="0"/>
              <a:t> is equivalent to </a:t>
            </a:r>
            <a:r>
              <a:rPr lang="en-US" b="1" dirty="0"/>
              <a:t>Separations</a:t>
            </a:r>
            <a:r>
              <a:rPr lang="en-US" dirty="0"/>
              <a:t> in the Inpatient Bed Count formula.</a:t>
            </a:r>
          </a:p>
          <a:p>
            <a:pPr>
              <a:lnSpc>
                <a:spcPct val="250000"/>
              </a:lnSpc>
              <a:spcAft>
                <a:spcPts val="800"/>
              </a:spcAft>
            </a:pPr>
            <a:r>
              <a:rPr lang="en-US" dirty="0"/>
              <a:t>Funded Occupancy Rate is the percentage of inpatient beds that are funded.</a:t>
            </a:r>
          </a:p>
          <a:p>
            <a:pPr>
              <a:lnSpc>
                <a:spcPct val="250000"/>
              </a:lnSpc>
              <a:spcAft>
                <a:spcPts val="800"/>
              </a:spcAft>
            </a:pPr>
            <a:r>
              <a:rPr lang="en-US" dirty="0"/>
              <a:t>The data covers a period from </a:t>
            </a:r>
            <a:r>
              <a:rPr lang="en-US" b="1" dirty="0"/>
              <a:t>January 5, 2022 </a:t>
            </a:r>
            <a:r>
              <a:rPr lang="en-US" dirty="0"/>
              <a:t>to </a:t>
            </a:r>
            <a:r>
              <a:rPr lang="en-US" b="1" dirty="0"/>
              <a:t>September 30, 2024 </a:t>
            </a:r>
            <a:r>
              <a:rPr lang="en-US" dirty="0"/>
              <a:t>(1000 days).</a:t>
            </a:r>
          </a:p>
        </p:txBody>
      </p:sp>
    </p:spTree>
    <p:extLst>
      <p:ext uri="{BB962C8B-B14F-4D97-AF65-F5344CB8AC3E}">
        <p14:creationId xmlns:p14="http://schemas.microsoft.com/office/powerpoint/2010/main" val="26115005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7877566-F351-A10D-DC37-C18BED5EA24A}"/>
              </a:ext>
            </a:extLst>
          </p:cNvPr>
          <p:cNvSpPr txBox="1"/>
          <p:nvPr/>
        </p:nvSpPr>
        <p:spPr>
          <a:xfrm>
            <a:off x="540571" y="582194"/>
            <a:ext cx="7420087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b="1" dirty="0"/>
              <a:t>Data Source Design Overview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6BF5FE3-7A7A-85B8-D616-89E690672786}"/>
              </a:ext>
            </a:extLst>
          </p:cNvPr>
          <p:cNvSpPr txBox="1"/>
          <p:nvPr/>
        </p:nvSpPr>
        <p:spPr>
          <a:xfrm>
            <a:off x="1005839" y="1621691"/>
            <a:ext cx="9262767" cy="4587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285750" indent="-285750">
              <a:lnSpc>
                <a:spcPct val="150000"/>
              </a:lnSpc>
              <a:buFont typeface="Arial" panose="020B0604020202020204" pitchFamily="34" charset="0"/>
              <a:buChar char="•"/>
              <a:defRPr sz="2000"/>
            </a:lvl1pPr>
          </a:lstStyle>
          <a:p>
            <a:pPr>
              <a:lnSpc>
                <a:spcPct val="250000"/>
              </a:lnSpc>
            </a:pPr>
            <a:r>
              <a:rPr lang="en-US" dirty="0"/>
              <a:t>Reorganizing the Data</a:t>
            </a:r>
          </a:p>
          <a:p>
            <a:pPr>
              <a:lnSpc>
                <a:spcPct val="250000"/>
              </a:lnSpc>
            </a:pPr>
            <a:r>
              <a:rPr lang="en-US" dirty="0"/>
              <a:t>Adding a Date Column</a:t>
            </a:r>
            <a:endParaRPr lang="en-US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>
              <a:lnSpc>
                <a:spcPct val="250000"/>
              </a:lnSpc>
            </a:pPr>
            <a:r>
              <a:rPr lang="en-US" dirty="0"/>
              <a:t>Adding the Admissions Column</a:t>
            </a:r>
          </a:p>
          <a:p>
            <a:pPr>
              <a:lnSpc>
                <a:spcPct val="250000"/>
              </a:lnSpc>
            </a:pPr>
            <a:r>
              <a:rPr lang="en-US" dirty="0"/>
              <a:t>Handling Missing Values</a:t>
            </a:r>
            <a:endParaRPr lang="en-US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>
              <a:lnSpc>
                <a:spcPct val="250000"/>
              </a:lnSpc>
            </a:pPr>
            <a:r>
              <a:rPr lang="en-US" dirty="0"/>
              <a:t>Standardizing Site Names for Table Connections</a:t>
            </a:r>
          </a:p>
          <a:p>
            <a:pPr>
              <a:lnSpc>
                <a:spcPct val="250000"/>
              </a:lnSpc>
            </a:pPr>
            <a:r>
              <a:rPr lang="en-US" dirty="0"/>
              <a:t>Discrepancy in the ALC Table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D10241F-B102-E4CA-726F-51051B5EE734}"/>
              </a:ext>
            </a:extLst>
          </p:cNvPr>
          <p:cNvSpPr/>
          <p:nvPr/>
        </p:nvSpPr>
        <p:spPr>
          <a:xfrm>
            <a:off x="1254641" y="5688419"/>
            <a:ext cx="3636335" cy="542204"/>
          </a:xfrm>
          <a:prstGeom prst="rect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84506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A6E0802-880B-A0AE-4837-F1436713E111}"/>
              </a:ext>
            </a:extLst>
          </p:cNvPr>
          <p:cNvSpPr txBox="1"/>
          <p:nvPr/>
        </p:nvSpPr>
        <p:spPr>
          <a:xfrm>
            <a:off x="540571" y="582194"/>
            <a:ext cx="7420087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b="1" dirty="0"/>
              <a:t>Discrepancy in ALC Count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9538622-8923-6105-C05F-D25D58519E4F}"/>
              </a:ext>
            </a:extLst>
          </p:cNvPr>
          <p:cNvSpPr txBox="1"/>
          <p:nvPr/>
        </p:nvSpPr>
        <p:spPr>
          <a:xfrm>
            <a:off x="2343818" y="5369316"/>
            <a:ext cx="20179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TOTAL Count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8898751-4B20-FCA7-E5FA-A11C37CF224C}"/>
              </a:ext>
            </a:extLst>
          </p:cNvPr>
          <p:cNvSpPr txBox="1"/>
          <p:nvPr/>
        </p:nvSpPr>
        <p:spPr>
          <a:xfrm>
            <a:off x="6983198" y="5230817"/>
            <a:ext cx="238584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Summation of </a:t>
            </a:r>
          </a:p>
          <a:p>
            <a:pPr algn="ctr"/>
            <a:r>
              <a:rPr lang="en-US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Sites #1, #2, and #3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CBBB2D6-67AE-25A9-9893-D4E589E3EA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2345" y="2121044"/>
            <a:ext cx="3653077" cy="308928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FA59A22-4A5D-E577-4E84-0206D22399D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23031" y="2087376"/>
            <a:ext cx="3460103" cy="314344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7DF0B4A4-64F9-7A88-367F-47E15E56ACC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47816" y="1918436"/>
            <a:ext cx="1133633" cy="1086002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0513B82E-1D1B-BC44-7F08-470253506EE9}"/>
              </a:ext>
            </a:extLst>
          </p:cNvPr>
          <p:cNvSpPr/>
          <p:nvPr/>
        </p:nvSpPr>
        <p:spPr>
          <a:xfrm>
            <a:off x="6506678" y="2087376"/>
            <a:ext cx="3341503" cy="3853807"/>
          </a:xfrm>
          <a:prstGeom prst="rect">
            <a:avLst/>
          </a:prstGeom>
          <a:noFill/>
          <a:ln w="19050">
            <a:solidFill>
              <a:srgbClr val="00B05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12223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E0A9B78-13BA-C41D-BC42-487294AD91C0}"/>
              </a:ext>
            </a:extLst>
          </p:cNvPr>
          <p:cNvSpPr txBox="1"/>
          <p:nvPr/>
        </p:nvSpPr>
        <p:spPr>
          <a:xfrm>
            <a:off x="540571" y="582194"/>
            <a:ext cx="7420087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b="1" dirty="0"/>
              <a:t>Tableau Dashboard Overview 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AF9354C-E432-70A1-506F-3EDB5DB757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96533" y="1436657"/>
            <a:ext cx="9198934" cy="5154266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9FC2C7B-543A-0F09-A0AD-7BB76738CD98}"/>
              </a:ext>
            </a:extLst>
          </p:cNvPr>
          <p:cNvSpPr txBox="1"/>
          <p:nvPr/>
        </p:nvSpPr>
        <p:spPr>
          <a:xfrm>
            <a:off x="7430814" y="809371"/>
            <a:ext cx="23122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hlinkClick r:id="rId4"/>
              </a:rPr>
              <a:t>(Link to dashboard</a:t>
            </a:r>
            <a:r>
              <a:rPr lang="en-US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0383715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4B0BAEA2-2A35-830D-5380-5BB1A8959727}"/>
              </a:ext>
            </a:extLst>
          </p:cNvPr>
          <p:cNvSpPr txBox="1"/>
          <p:nvPr/>
        </p:nvSpPr>
        <p:spPr>
          <a:xfrm>
            <a:off x="1005840" y="1621691"/>
            <a:ext cx="6319520" cy="32796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High Occupancy Rates (Surgical Backlog)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Poor Bed Management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Slow Discharge Processes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Alternative Level of Care (ALC) Patients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5620883-0018-AA30-C0C2-DC75CB46F640}"/>
              </a:ext>
            </a:extLst>
          </p:cNvPr>
          <p:cNvSpPr txBox="1"/>
          <p:nvPr/>
        </p:nvSpPr>
        <p:spPr>
          <a:xfrm>
            <a:off x="540571" y="582194"/>
            <a:ext cx="1107768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b="1" dirty="0"/>
              <a:t>Inpatient Bed Availability Barriers</a:t>
            </a:r>
          </a:p>
        </p:txBody>
      </p:sp>
    </p:spTree>
    <p:extLst>
      <p:ext uri="{BB962C8B-B14F-4D97-AF65-F5344CB8AC3E}">
        <p14:creationId xmlns:p14="http://schemas.microsoft.com/office/powerpoint/2010/main" val="22200941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ADA0DFD-8C0A-3B5C-7ED0-AAADECF27030}"/>
              </a:ext>
            </a:extLst>
          </p:cNvPr>
          <p:cNvSpPr txBox="1"/>
          <p:nvPr/>
        </p:nvSpPr>
        <p:spPr>
          <a:xfrm>
            <a:off x="1005840" y="1621691"/>
            <a:ext cx="7731760" cy="23562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285750" indent="-285750">
              <a:lnSpc>
                <a:spcPct val="150000"/>
              </a:lnSpc>
              <a:buFont typeface="Arial" panose="020B0604020202020204" pitchFamily="34" charset="0"/>
              <a:buChar char="•"/>
              <a:defRPr sz="2000"/>
            </a:lvl1pPr>
          </a:lstStyle>
          <a:p>
            <a:r>
              <a:rPr lang="en-US" dirty="0"/>
              <a:t>Expand Alternative Level of Care Resources</a:t>
            </a:r>
          </a:p>
          <a:p>
            <a:endParaRPr lang="en-US" dirty="0"/>
          </a:p>
          <a:p>
            <a:r>
              <a:rPr lang="en-US" dirty="0"/>
              <a:t>Cancel or Reschedule Elective Surgeries</a:t>
            </a:r>
          </a:p>
          <a:p>
            <a:endParaRPr lang="en-US" dirty="0"/>
          </a:p>
          <a:p>
            <a:r>
              <a:rPr lang="en-US" dirty="0"/>
              <a:t>Utilize Unfunded Beds Strategically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593E5B2-C124-9B7C-3D41-0D1566293D4A}"/>
              </a:ext>
            </a:extLst>
          </p:cNvPr>
          <p:cNvSpPr txBox="1"/>
          <p:nvPr/>
        </p:nvSpPr>
        <p:spPr>
          <a:xfrm>
            <a:off x="540571" y="582194"/>
            <a:ext cx="11393521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b="1" dirty="0"/>
              <a:t>Solutions for Inpatient Bed Availability</a:t>
            </a:r>
          </a:p>
        </p:txBody>
      </p:sp>
    </p:spTree>
    <p:extLst>
      <p:ext uri="{BB962C8B-B14F-4D97-AF65-F5344CB8AC3E}">
        <p14:creationId xmlns:p14="http://schemas.microsoft.com/office/powerpoint/2010/main" val="239803781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64F26F1-6B93-8EDC-05C4-8420732EEFAF}"/>
              </a:ext>
            </a:extLst>
          </p:cNvPr>
          <p:cNvSpPr txBox="1"/>
          <p:nvPr/>
        </p:nvSpPr>
        <p:spPr>
          <a:xfrm>
            <a:off x="1028700" y="3240808"/>
            <a:ext cx="10134600" cy="101566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US" sz="6000" dirty="0"/>
              <a:t>Thanks For Your Attention!</a:t>
            </a:r>
          </a:p>
        </p:txBody>
      </p:sp>
    </p:spTree>
    <p:extLst>
      <p:ext uri="{BB962C8B-B14F-4D97-AF65-F5344CB8AC3E}">
        <p14:creationId xmlns:p14="http://schemas.microsoft.com/office/powerpoint/2010/main" val="373476988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1901</TotalTime>
  <Words>540</Words>
  <Application>Microsoft Office PowerPoint</Application>
  <PresentationFormat>Widescreen</PresentationFormat>
  <Paragraphs>67</Paragraphs>
  <Slides>10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Aptos</vt:lpstr>
      <vt:lpstr>Aptos Display</vt:lpstr>
      <vt:lpstr>Arial</vt:lpstr>
      <vt:lpstr>Office Theme</vt:lpstr>
      <vt:lpstr>Business Solution Analyst Case Interview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Sara Ebrahimkhani</dc:creator>
  <cp:lastModifiedBy>Sara Ebrahimkhani</cp:lastModifiedBy>
  <cp:revision>1</cp:revision>
  <dcterms:created xsi:type="dcterms:W3CDTF">2024-10-01T18:40:06Z</dcterms:created>
  <dcterms:modified xsi:type="dcterms:W3CDTF">2024-10-04T18:33:18Z</dcterms:modified>
</cp:coreProperties>
</file>